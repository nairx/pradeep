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501" r:id="rId3"/>
    <p:sldId id="726" r:id="rId4"/>
    <p:sldId id="729" r:id="rId5"/>
    <p:sldId id="727" r:id="rId6"/>
    <p:sldId id="728" r:id="rId7"/>
    <p:sldId id="659" r:id="rId8"/>
    <p:sldId id="661" r:id="rId9"/>
    <p:sldId id="666" r:id="rId10"/>
    <p:sldId id="662" r:id="rId11"/>
    <p:sldId id="663" r:id="rId12"/>
    <p:sldId id="664" r:id="rId13"/>
    <p:sldId id="665" r:id="rId14"/>
    <p:sldId id="660" r:id="rId15"/>
    <p:sldId id="657" r:id="rId16"/>
    <p:sldId id="658" r:id="rId17"/>
    <p:sldId id="667" r:id="rId18"/>
    <p:sldId id="669" r:id="rId19"/>
    <p:sldId id="646" r:id="rId20"/>
    <p:sldId id="54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2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raphic 4" descr="Send">
            <a:extLst>
              <a:ext uri="{FF2B5EF4-FFF2-40B4-BE49-F238E27FC236}">
                <a16:creationId xmlns:a16="http://schemas.microsoft.com/office/drawing/2014/main" id="{4CEDBBF7-0D9B-8746-4446-333F79086B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8218" y="2208319"/>
            <a:ext cx="3144175" cy="31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8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74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7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8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66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27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849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162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2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178" indent="0" algn="ctr">
              <a:buNone/>
              <a:defRPr sz="2400"/>
            </a:lvl2pPr>
            <a:lvl3pPr marL="914356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3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9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823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9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153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2" y="2120901"/>
            <a:ext cx="4639737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6" y="2120900"/>
            <a:ext cx="4639737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74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2" y="2057400"/>
            <a:ext cx="4639737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2" y="2958279"/>
            <a:ext cx="4639737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6" y="2057400"/>
            <a:ext cx="4639737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6" y="2958278"/>
            <a:ext cx="4639737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786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918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89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8" y="0"/>
            <a:ext cx="4654297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70" y="786384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6" y="812804"/>
            <a:ext cx="5928345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70" y="3043055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178" indent="0">
              <a:buNone/>
              <a:defRPr sz="1200"/>
            </a:lvl2pPr>
            <a:lvl3pPr marL="914356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5" y="6446525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5"/>
            <a:ext cx="533402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71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2" y="4578351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1"/>
            <a:ext cx="12191987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6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3" y="4799362"/>
            <a:ext cx="10113644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178" indent="0">
              <a:buNone/>
              <a:defRPr sz="1200"/>
            </a:lvl2pPr>
            <a:lvl3pPr marL="914356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80" y="6446843"/>
            <a:ext cx="6818261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33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752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29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77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4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8" y="6446843"/>
            <a:ext cx="25848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446843"/>
            <a:ext cx="6818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4" y="6446843"/>
            <a:ext cx="7800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3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21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356" rtl="0" eaLnBrk="1" latinLnBrk="0" hangingPunct="1">
        <a:lnSpc>
          <a:spcPct val="90000"/>
        </a:lnSpc>
        <a:spcBef>
          <a:spcPct val="0"/>
        </a:spcBef>
        <a:buNone/>
        <a:defRPr sz="4700" i="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6" indent="-91436" algn="l" defTabSz="914356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29" indent="-182871" algn="l" defTabSz="91435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00" indent="-182871" algn="l" defTabSz="91435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71" indent="-182871" algn="l" defTabSz="91435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42" indent="-182871" algn="l" defTabSz="91435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46" indent="-228589" algn="l" defTabSz="91435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5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604" y="639101"/>
            <a:ext cx="7123471" cy="3686015"/>
          </a:xfrm>
        </p:spPr>
        <p:txBody>
          <a:bodyPr>
            <a:normAutofit/>
          </a:bodyPr>
          <a:lstStyle/>
          <a:p>
            <a:r>
              <a:rPr lang="en-US" sz="7200" dirty="0"/>
              <a:t>Home</a:t>
            </a:r>
            <a:br>
              <a:rPr lang="en-US" sz="7200" dirty="0"/>
            </a:br>
            <a:r>
              <a:rPr lang="en-US" sz="6600" dirty="0"/>
              <a:t>Assignments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3" y="4672742"/>
            <a:ext cx="6987100" cy="10214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Praveen Nair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8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9F44B07-BB66-E056-4C6C-8F45F1A0EFA4}"/>
              </a:ext>
            </a:extLst>
          </p:cNvPr>
          <p:cNvSpPr/>
          <p:nvPr/>
        </p:nvSpPr>
        <p:spPr>
          <a:xfrm rot="16200000">
            <a:off x="-1694323" y="1694317"/>
            <a:ext cx="6857991" cy="34693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Python</a:t>
            </a:r>
            <a:endParaRPr kumimoji="0" lang="en-IN" sz="8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14AD-0616-856F-F151-0AFA6039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3348-07ED-31A0-1847-8FE6A89C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1824-33EB-8BBB-D32A-EEF77F88D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998720" cy="376089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Part 1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Variables and Constants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If-</a:t>
            </a:r>
            <a:r>
              <a:rPr lang="en-IN" sz="2000" dirty="0" err="1"/>
              <a:t>elif</a:t>
            </a:r>
            <a:r>
              <a:rPr lang="en-IN" sz="2000" dirty="0"/>
              <a:t>-else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While loop and for loop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List, Tuple, Set, Dictionary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Functions and Modules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IN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Part 2 (In-built Modules)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random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 err="1"/>
              <a:t>os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F3EF25-07D7-CCC4-C6DE-55BC1CA790C0}"/>
              </a:ext>
            </a:extLst>
          </p:cNvPr>
          <p:cNvSpPr txBox="1">
            <a:spLocks/>
          </p:cNvSpPr>
          <p:nvPr/>
        </p:nvSpPr>
        <p:spPr>
          <a:xfrm>
            <a:off x="6366863" y="2108201"/>
            <a:ext cx="499872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Part 3 (External Modules)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 err="1"/>
              <a:t>Numpy</a:t>
            </a:r>
            <a:endParaRPr lang="en-IN" sz="2000" dirty="0"/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Pandas</a:t>
            </a:r>
          </a:p>
          <a:p>
            <a:pPr marL="749808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dirty="0"/>
              <a:t>Matplotlib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8794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270A-080B-5C24-FA8B-9B698147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08AA-1B63-E5D2-87B9-DB19DD15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Assignment: Student Information and 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01A4-481A-393B-2DE7-0C2618DA7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Write a Python program that accepts the following details from the user using </a:t>
            </a:r>
            <a:r>
              <a:rPr lang="en-IN" b="1" dirty="0"/>
              <a:t>Scanner</a:t>
            </a:r>
            <a:r>
              <a:rPr lang="en-IN" dirty="0"/>
              <a:t>: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Student name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Student age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Student roll number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Marks in Java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Marks in Python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Marks in Database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Calculate and display: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Student details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Total marks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Average marks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IN" dirty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highlight>
                  <a:srgbClr val="FFFF00"/>
                </a:highlight>
              </a:rPr>
              <a:t>No if or loops or functions</a:t>
            </a:r>
          </a:p>
        </p:txBody>
      </p:sp>
    </p:spTree>
    <p:extLst>
      <p:ext uri="{BB962C8B-B14F-4D97-AF65-F5344CB8AC3E}">
        <p14:creationId xmlns:p14="http://schemas.microsoft.com/office/powerpoint/2010/main" val="354304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DB54-80EA-50E0-54DD-392718EC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E8C3-475A-C7FE-7E7F-AB534D02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Assignment: Employee Salary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F768A-9645-232A-12AC-7C8C5E31B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Write a Python program that accepts the following details from the user: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Employee name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Employee ID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Basic salary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HRA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DA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Calculate and display: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Employee details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Gross salary = Basic Salary + HRA + DA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Annual salary = Gross Salary × 12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IN" dirty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highlight>
                  <a:srgbClr val="FFFF00"/>
                </a:highlight>
              </a:rPr>
              <a:t>No if or loops or functions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4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E641-BA5B-657C-F254-F27F471A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61139-F4BA-E769-3484-BEDB01A6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Assignment: Shopping Bill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0BF07-7657-0640-5104-BA6A7DFF8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Write a Python program that accepts: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Customer name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Product name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Product price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Quantity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Calculate and display: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Total price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Discount of 10% 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dirty="0"/>
              <a:t>Final bill amount after discount</a:t>
            </a:r>
          </a:p>
          <a:p>
            <a:pPr marL="544068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IN" dirty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highlight>
                  <a:srgbClr val="FFFF00"/>
                </a:highlight>
              </a:rPr>
              <a:t>No if or loops or functions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790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6598-9EAE-40A9-2860-F8A773D5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00BD-2D58-2B94-BC5A-06833446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Student Result &amp; Grade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5EFB-54DE-0C63-0D44-C12584281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Create a Python program that accepts a student's marks in </a:t>
            </a:r>
            <a:r>
              <a:rPr lang="en-IN" b="1" dirty="0"/>
              <a:t>5 subjects</a:t>
            </a:r>
            <a:r>
              <a:rPr lang="en-IN" dirty="0"/>
              <a:t>, calculates the total and percentage, and determines:</a:t>
            </a:r>
          </a:p>
          <a:p>
            <a:pPr lvl="0"/>
            <a:r>
              <a:rPr lang="en-IN" dirty="0"/>
              <a:t>Pass or Fail </a:t>
            </a:r>
          </a:p>
          <a:p>
            <a:pPr lvl="0"/>
            <a:r>
              <a:rPr lang="en-IN" dirty="0"/>
              <a:t>Grade </a:t>
            </a:r>
          </a:p>
          <a:p>
            <a:pPr lvl="0"/>
            <a:r>
              <a:rPr lang="en-IN" dirty="0"/>
              <a:t>Division </a:t>
            </a:r>
          </a:p>
          <a:p>
            <a:pPr lvl="0"/>
            <a:r>
              <a:rPr lang="en-IN" dirty="0"/>
              <a:t>Scholarship eligibility</a:t>
            </a:r>
          </a:p>
          <a:p>
            <a:pPr lvl="0"/>
            <a:r>
              <a:rPr lang="en-IN" dirty="0"/>
              <a:t>Note: Do not use loops, arrays, methods, classes beyond the main class, or switch</a:t>
            </a:r>
          </a:p>
          <a:p>
            <a:pPr lvl="0"/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Use if statement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52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8BD3-2BCD-62FC-BF4F-A655BD5D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60B7-14CF-75B4-CBD9-ECF8640E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C8BA8-C52C-167C-C3E7-F1DE9FF5D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student enters:</a:t>
            </a:r>
          </a:p>
          <a:p>
            <a:pPr lvl="0"/>
            <a:r>
              <a:rPr lang="en-IN" dirty="0"/>
              <a:t>Student name </a:t>
            </a:r>
          </a:p>
          <a:p>
            <a:pPr lvl="0"/>
            <a:r>
              <a:rPr lang="en-IN" dirty="0"/>
              <a:t>Java marks </a:t>
            </a:r>
          </a:p>
          <a:p>
            <a:pPr lvl="0"/>
            <a:r>
              <a:rPr lang="en-IN" dirty="0"/>
              <a:t>Python marks </a:t>
            </a:r>
          </a:p>
          <a:p>
            <a:pPr lvl="0"/>
            <a:r>
              <a:rPr lang="en-IN" dirty="0"/>
              <a:t>Database marks </a:t>
            </a:r>
          </a:p>
          <a:p>
            <a:pPr lvl="0"/>
            <a:r>
              <a:rPr lang="en-IN" dirty="0"/>
              <a:t>Web Technology marks </a:t>
            </a:r>
          </a:p>
          <a:p>
            <a:pPr lvl="0"/>
            <a:r>
              <a:rPr lang="en-IN" dirty="0"/>
              <a:t>Aptitude marks </a:t>
            </a:r>
          </a:p>
          <a:p>
            <a:r>
              <a:rPr lang="en-IN" dirty="0"/>
              <a:t>Each subject is out of </a:t>
            </a:r>
            <a:r>
              <a:rPr lang="en-IN" b="1" dirty="0"/>
              <a:t>100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526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C542-5F57-CCAB-4F75-F40AF7D5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FEAD-E34C-6A67-B798-4BBBA192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Condition 1 - Validate 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D99D-20EF-4C64-AB24-E5910F78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If any mark is:</a:t>
            </a:r>
          </a:p>
          <a:p>
            <a:pPr lvl="0"/>
            <a:r>
              <a:rPr lang="en-IN" dirty="0"/>
              <a:t>Less than 0 → Invalid marks </a:t>
            </a:r>
          </a:p>
          <a:p>
            <a:pPr lvl="0"/>
            <a:r>
              <a:rPr lang="en-IN" dirty="0"/>
              <a:t>Greater than 100 → Invalid marks </a:t>
            </a:r>
          </a:p>
        </p:txBody>
      </p:sp>
    </p:spTree>
    <p:extLst>
      <p:ext uri="{BB962C8B-B14F-4D97-AF65-F5344CB8AC3E}">
        <p14:creationId xmlns:p14="http://schemas.microsoft.com/office/powerpoint/2010/main" val="72870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94AD-7E14-5C3B-EEB2-2D8571D8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A08E-423F-43D1-BAD1-BAAFF7D4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Condition 2 - Pass/Fail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18A25-DEE8-0D9B-6BC3-FFD426C87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student passes only if </a:t>
            </a:r>
            <a:r>
              <a:rPr lang="en-IN" b="1" dirty="0"/>
              <a:t>each subject is at least 40</a:t>
            </a:r>
            <a:r>
              <a:rPr lang="en-IN" dirty="0"/>
              <a:t>.</a:t>
            </a:r>
          </a:p>
          <a:p>
            <a:r>
              <a:rPr lang="en-IN" dirty="0"/>
              <a:t>Otherwise:</a:t>
            </a:r>
          </a:p>
          <a:p>
            <a:r>
              <a:rPr lang="en-IN" dirty="0"/>
              <a:t>Result: FAIL</a:t>
            </a:r>
          </a:p>
          <a:p>
            <a:r>
              <a:rPr lang="en-IN" dirty="0"/>
              <a:t>Reason: One or more subjects below 40</a:t>
            </a:r>
          </a:p>
        </p:txBody>
      </p:sp>
    </p:spTree>
    <p:extLst>
      <p:ext uri="{BB962C8B-B14F-4D97-AF65-F5344CB8AC3E}">
        <p14:creationId xmlns:p14="http://schemas.microsoft.com/office/powerpoint/2010/main" val="240596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2877A-09AA-8509-5991-AB6C8AF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B1E1-1249-296D-4B8D-0014CE895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Condition 3 - Grade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9BA2D8-C46D-3261-E478-075D688AD831}"/>
              </a:ext>
            </a:extLst>
          </p:cNvPr>
          <p:cNvGraphicFramePr>
            <a:graphicFrameLocks noGrp="1"/>
          </p:cNvGraphicFramePr>
          <p:nvPr/>
        </p:nvGraphicFramePr>
        <p:xfrm>
          <a:off x="1803399" y="2378234"/>
          <a:ext cx="797560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7801">
                  <a:extLst>
                    <a:ext uri="{9D8B030D-6E8A-4147-A177-3AD203B41FA5}">
                      <a16:colId xmlns:a16="http://schemas.microsoft.com/office/drawing/2014/main" val="1531021144"/>
                    </a:ext>
                  </a:extLst>
                </a:gridCol>
                <a:gridCol w="3987801">
                  <a:extLst>
                    <a:ext uri="{9D8B030D-6E8A-4147-A177-3AD203B41FA5}">
                      <a16:colId xmlns:a16="http://schemas.microsoft.com/office/drawing/2014/main" val="3958957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Percentage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532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90–100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483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80–89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75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70–79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901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60–69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977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50–59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85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769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32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786B-BE0A-135C-41AB-E1241E3E5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FA5D-82CD-2FBE-D9FF-5847EDDB8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Condition 4 - Division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689D94-6E08-2AD5-32CF-522112385ECE}"/>
              </a:ext>
            </a:extLst>
          </p:cNvPr>
          <p:cNvGraphicFramePr>
            <a:graphicFrameLocks noGrp="1"/>
          </p:cNvGraphicFramePr>
          <p:nvPr/>
        </p:nvGraphicFramePr>
        <p:xfrm>
          <a:off x="1754981" y="2514600"/>
          <a:ext cx="868203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1019">
                  <a:extLst>
                    <a:ext uri="{9D8B030D-6E8A-4147-A177-3AD203B41FA5}">
                      <a16:colId xmlns:a16="http://schemas.microsoft.com/office/drawing/2014/main" val="3834513777"/>
                    </a:ext>
                  </a:extLst>
                </a:gridCol>
                <a:gridCol w="4341019">
                  <a:extLst>
                    <a:ext uri="{9D8B030D-6E8A-4147-A177-3AD203B41FA5}">
                      <a16:colId xmlns:a16="http://schemas.microsoft.com/office/drawing/2014/main" val="447696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Percentage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Distinction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412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60–74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First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85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50–59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Second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1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Third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39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921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B7BB-84CB-A352-5130-1C3C2B3F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8709-EE0F-AB96-106C-92CDDAF1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Condition 5 - Scholarship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7EA60-C9AE-4B53-F0DD-20B5540F97B1}"/>
              </a:ext>
            </a:extLst>
          </p:cNvPr>
          <p:cNvSpPr txBox="1"/>
          <p:nvPr/>
        </p:nvSpPr>
        <p:spPr>
          <a:xfrm>
            <a:off x="1097280" y="2045037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Display: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Scholarship: Eligible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only when: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percentage &gt;= 85 AND every subject &gt;= 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Otherwise: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Scholarship: Not Eligible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44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7C91-5ECF-DB85-3F6A-13E28B43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3726-EAC1-0F2B-0801-BA51108C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0C53-0A72-FC53-79AB-32EF67B46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===== STUDENT RESULT SYSTEM 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Enter student name: Rahul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Enter Java marks: 85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Enter Python marks: 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Enter Database marks: 92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Enter Web Technology marks: 88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Enter Aptitude marks: 81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===== RESULT 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Student Name : Rahul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Total        : 424 / 500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Percentage   : 84.8%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Result       : PASS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Grade        : 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Division     : First Class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Scholarship  : Not Eligible</a:t>
            </a:r>
          </a:p>
        </p:txBody>
      </p:sp>
    </p:spTree>
    <p:extLst>
      <p:ext uri="{BB962C8B-B14F-4D97-AF65-F5344CB8AC3E}">
        <p14:creationId xmlns:p14="http://schemas.microsoft.com/office/powerpoint/2010/main" val="3341169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Bank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Create a </a:t>
            </a:r>
            <a:r>
              <a:rPr lang="en-IN" b="1" dirty="0"/>
              <a:t>console-based Bank Management System</a:t>
            </a:r>
            <a:r>
              <a:rPr lang="en-IN" dirty="0"/>
              <a:t> in Python. The program should allow a user to deposit money, withdraw money, check the current balance, and exit the application.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Initial Balance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The account should start with an initial balance of </a:t>
            </a:r>
            <a:r>
              <a:rPr lang="en-IN" b="1" dirty="0"/>
              <a:t>₹5,000</a:t>
            </a:r>
            <a:r>
              <a:rPr lang="en-IN" dirty="0"/>
              <a:t>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Main Menu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When the program starts, display the following menu: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===== BANK MANAGEMENT SYSTEM 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1. Deposit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2. Withdraw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3. View Balance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4. Exit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The menu should continue to appear until the user selects </a:t>
            </a:r>
            <a:r>
              <a:rPr lang="en-IN" b="1" dirty="0"/>
              <a:t>Exit</a:t>
            </a:r>
            <a:r>
              <a:rPr lang="en-IN" dirty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>
                <a:highlight>
                  <a:srgbClr val="FFFF00"/>
                </a:highlight>
              </a:rPr>
              <a:t>Use if and loop if necessary</a:t>
            </a:r>
          </a:p>
        </p:txBody>
      </p:sp>
    </p:spTree>
    <p:extLst>
      <p:ext uri="{BB962C8B-B14F-4D97-AF65-F5344CB8AC3E}">
        <p14:creationId xmlns:p14="http://schemas.microsoft.com/office/powerpoint/2010/main" val="3991534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AE11-7AB3-FC67-1EDB-C7BB65D8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4472-A169-6D80-E23E-EAFD1D80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FDF38-9C80-EEFC-E43B-8248CF4D0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===== BANK MANAGEMENT SYSTEM =====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Deposit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Withdraw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 View Balance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Exit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Enter your choice: 1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Enter deposit amount: 2000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Amount deposited successfully.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New Balance: 7000.0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===== BANK MANAGEMENT SYSTEM =====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Deposit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Withdraw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 View Balance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Exit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Enter your choice: 4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 for using the Bank Management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613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D613-8EA9-5D03-04AB-89B6780E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EFFF-CFF4-59E3-F290-51A286DA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Employee Payroll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D108F-B754-9799-1F16-973C923DB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821" y="2072346"/>
            <a:ext cx="5012167" cy="3760891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The program should display:</a:t>
            </a:r>
          </a:p>
          <a:p>
            <a:r>
              <a:rPr lang="en-IN" dirty="0"/>
              <a:t>===== EMPLOYEE PAYROLL SYSTEM =====</a:t>
            </a:r>
          </a:p>
          <a:p>
            <a:r>
              <a:rPr lang="en-IN" dirty="0"/>
              <a:t>1. Enter Employee </a:t>
            </a:r>
            <a:r>
              <a:rPr lang="en-IN" dirty="0" err="1"/>
              <a:t>Detailsg</a:t>
            </a:r>
            <a:endParaRPr lang="en-IN" dirty="0"/>
          </a:p>
          <a:p>
            <a:r>
              <a:rPr lang="en-IN" dirty="0"/>
              <a:t>2. Calculate Gross Salary</a:t>
            </a:r>
          </a:p>
          <a:p>
            <a:r>
              <a:rPr lang="en-IN" dirty="0"/>
              <a:t>3. Calculate Tax</a:t>
            </a:r>
          </a:p>
          <a:p>
            <a:r>
              <a:rPr lang="en-IN" dirty="0"/>
              <a:t>4. Display Salary Slip</a:t>
            </a:r>
          </a:p>
          <a:p>
            <a:r>
              <a:rPr lang="en-IN" dirty="0"/>
              <a:t>5. Exit</a:t>
            </a:r>
          </a:p>
          <a:p>
            <a:r>
              <a:rPr lang="en-IN" dirty="0">
                <a:highlight>
                  <a:srgbClr val="FFFF00"/>
                </a:highlight>
              </a:rPr>
              <a:t>use if, loop and functions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74C008-D4EC-2EA3-520E-006481F0E2C0}"/>
              </a:ext>
            </a:extLst>
          </p:cNvPr>
          <p:cNvSpPr txBox="1">
            <a:spLocks/>
          </p:cNvSpPr>
          <p:nvPr/>
        </p:nvSpPr>
        <p:spPr>
          <a:xfrm>
            <a:off x="6323703" y="2072346"/>
            <a:ext cx="5012167" cy="3760891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36" indent="-91436" algn="l" defTabSz="914356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29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00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771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42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1. Enter Employee Details</a:t>
            </a:r>
            <a:b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Ask the user to enter:</a:t>
            </a:r>
            <a:b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Employee name </a:t>
            </a:r>
            <a:b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Basic salary </a:t>
            </a:r>
            <a:b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HRA </a:t>
            </a:r>
            <a:b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Other allowance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Functions  Students Should Practice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enterEmployeeDetails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()</a:t>
            </a:r>
            <a:b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calculateGrossSalary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()</a:t>
            </a:r>
            <a:b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calculateTax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(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grossSalary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()</a:t>
            </a:r>
            <a:b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displaySalarySlip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38683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8864-FF68-CC79-E8D6-58081E49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F122-4955-870C-91A5-0A2B060E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Expected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60FDC-B8D0-EF54-401B-FE6D53C51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821" y="2072346"/>
            <a:ext cx="5012167" cy="376089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===== EMPLOYEE PAYROLL SYSTEM =====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1. Enter Employee Details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2. Calculate Gross Salary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3. Calculate Tax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4. Display Salary Slip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5. Exit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Enter your choice: 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E4CB59-CA4F-42C2-06A7-325EF8F81EC4}"/>
              </a:ext>
            </a:extLst>
          </p:cNvPr>
          <p:cNvSpPr txBox="1">
            <a:spLocks/>
          </p:cNvSpPr>
          <p:nvPr/>
        </p:nvSpPr>
        <p:spPr>
          <a:xfrm>
            <a:off x="6323703" y="2072346"/>
            <a:ext cx="5012167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6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29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00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771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42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========== SALARY SLIP ==========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Employee Name : John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Basic Salary  : 10000.0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HRA           : 2000.0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Allowance     : 3000.0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---------------------------------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Gross Salary  : 15000.0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Tax           : 0.0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Net Salary    : 15000.0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=================================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2254682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AECE0-1310-3A70-309D-9F3F392B3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62A5-8A44-E0B8-A17F-3C393BDA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Student Record File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22A52-E3F1-075D-51F2-D599A626A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162" y="2072346"/>
            <a:ext cx="4541520" cy="3760891"/>
          </a:xfrm>
        </p:spPr>
        <p:txBody>
          <a:bodyPr>
            <a:normAutofit/>
          </a:bodyPr>
          <a:lstStyle/>
          <a:p>
            <a:r>
              <a:rPr lang="en-IN" sz="1800" dirty="0"/>
              <a:t>Create a </a:t>
            </a:r>
            <a:r>
              <a:rPr lang="en-IN" sz="1800" b="1" dirty="0"/>
              <a:t>Student Record File Manager</a:t>
            </a:r>
            <a:r>
              <a:rPr lang="en-IN" sz="1800" dirty="0"/>
              <a:t> that stores student information in a text file and allows the user to:</a:t>
            </a:r>
          </a:p>
          <a:p>
            <a:r>
              <a:rPr lang="en-US" sz="1800" dirty="0"/>
              <a:t>===== Student Record Manager =====</a:t>
            </a:r>
          </a:p>
          <a:p>
            <a:pPr marL="292593" lvl="1" indent="0">
              <a:buNone/>
            </a:pPr>
            <a:r>
              <a:rPr lang="en-IN" sz="1600" dirty="0"/>
              <a:t>1. Add Student </a:t>
            </a:r>
          </a:p>
          <a:p>
            <a:pPr marL="292593" lvl="1" indent="0">
              <a:buNone/>
            </a:pPr>
            <a:r>
              <a:rPr lang="en-IN" sz="1600" dirty="0"/>
              <a:t>2. View All Students </a:t>
            </a:r>
          </a:p>
          <a:p>
            <a:pPr marL="292593" lvl="1" indent="0">
              <a:buNone/>
            </a:pPr>
            <a:r>
              <a:rPr lang="en-IN" sz="1600" dirty="0"/>
              <a:t>3. Search Student </a:t>
            </a:r>
          </a:p>
          <a:p>
            <a:pPr marL="292593" lvl="1" indent="0">
              <a:buNone/>
            </a:pPr>
            <a:r>
              <a:rPr lang="en-IN" sz="1600" dirty="0"/>
              <a:t>4. Exit</a:t>
            </a:r>
          </a:p>
          <a:p>
            <a:pPr marL="292593" lvl="1" indent="0">
              <a:buNone/>
            </a:pPr>
            <a:endParaRPr lang="en-IN" sz="1600" dirty="0"/>
          </a:p>
          <a:p>
            <a:pPr marL="292593" lvl="1" indent="0">
              <a:buNone/>
            </a:pPr>
            <a:r>
              <a:rPr lang="en-IN" sz="1600" dirty="0">
                <a:highlight>
                  <a:srgbClr val="FFFF00"/>
                </a:highlight>
              </a:rPr>
              <a:t>Use if, loop, function and </a:t>
            </a:r>
            <a:r>
              <a:rPr lang="en-IN" sz="1600" dirty="0" err="1">
                <a:highlight>
                  <a:srgbClr val="FFFF00"/>
                </a:highlight>
              </a:rPr>
              <a:t>os</a:t>
            </a:r>
            <a:r>
              <a:rPr lang="en-IN" sz="1600" dirty="0">
                <a:highlight>
                  <a:srgbClr val="FFFF00"/>
                </a:highlight>
              </a:rPr>
              <a:t> module</a:t>
            </a:r>
          </a:p>
          <a:p>
            <a:pPr marL="292593" lvl="1" indent="0">
              <a:buNone/>
            </a:pPr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03E8FC-DF6C-B21F-067F-1A6B0CB6EDAF}"/>
              </a:ext>
            </a:extLst>
          </p:cNvPr>
          <p:cNvSpPr txBox="1">
            <a:spLocks/>
          </p:cNvSpPr>
          <p:nvPr/>
        </p:nvSpPr>
        <p:spPr>
          <a:xfrm>
            <a:off x="6096000" y="2072346"/>
            <a:ext cx="454152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6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29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00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771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42" indent="-182871" algn="l" defTabSz="914356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Use a file named: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students.txt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IN" sz="1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Each student record should be stored in the following format: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101,John,Java,85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102,Ravi,Python,78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103,Anita,React,92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Format:</a:t>
            </a:r>
          </a:p>
          <a:p>
            <a:pPr marL="91436" marR="0" lvl="0" indent="-91436" algn="l" defTabSz="9143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Roll </a:t>
            </a:r>
            <a:r>
              <a:rPr kumimoji="0" lang="en-I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No,Name,Course,Marks</a:t>
            </a:r>
            <a:endParaRPr kumimoji="0" lang="en-IN" sz="1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47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r>
              <a:rPr lang="en-US" sz="4800" i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 Praveen Nair</a:t>
            </a:r>
          </a:p>
        </p:txBody>
      </p:sp>
    </p:spTree>
    <p:extLst>
      <p:ext uri="{BB962C8B-B14F-4D97-AF65-F5344CB8AC3E}">
        <p14:creationId xmlns:p14="http://schemas.microsoft.com/office/powerpoint/2010/main" val="2795427782"/>
      </p:ext>
    </p:extLst>
  </p:cSld>
  <p:clrMapOvr>
    <a:masterClrMapping/>
  </p:clrMapOvr>
</p:sld>
</file>

<file path=ppt/theme/theme1.xml><?xml version="1.0" encoding="utf-8"?>
<a:theme xmlns:a="http://schemas.openxmlformats.org/drawingml/2006/main" name="2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883</Words>
  <Application>Microsoft Office PowerPoint</Application>
  <PresentationFormat>Widescreen</PresentationFormat>
  <Paragraphs>217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Bookman Old Style</vt:lpstr>
      <vt:lpstr>Calibri</vt:lpstr>
      <vt:lpstr>Courier New</vt:lpstr>
      <vt:lpstr>Franklin Gothic Book</vt:lpstr>
      <vt:lpstr>2_RetrospectVTI</vt:lpstr>
      <vt:lpstr>1_RetrospectVTI</vt:lpstr>
      <vt:lpstr>Home Assignments</vt:lpstr>
      <vt:lpstr>Table of Contents</vt:lpstr>
      <vt:lpstr>Assignment: Student Information and Marks</vt:lpstr>
      <vt:lpstr>Assignment: Employee Salary Calculator</vt:lpstr>
      <vt:lpstr>Assignment: Shopping Bill Calculator</vt:lpstr>
      <vt:lpstr>Student Result &amp; Grade Calculator</vt:lpstr>
      <vt:lpstr>Requirements</vt:lpstr>
      <vt:lpstr>Condition 1 - Validate marks</vt:lpstr>
      <vt:lpstr>Condition 2 - Pass/Fail</vt:lpstr>
      <vt:lpstr>Condition 3 - Grade</vt:lpstr>
      <vt:lpstr>Condition 4 - Division</vt:lpstr>
      <vt:lpstr>Condition 5 - Scholarship</vt:lpstr>
      <vt:lpstr>Sample Output</vt:lpstr>
      <vt:lpstr>Bank Management System</vt:lpstr>
      <vt:lpstr>Expected Output</vt:lpstr>
      <vt:lpstr>Employee Payroll System</vt:lpstr>
      <vt:lpstr>Expected Output</vt:lpstr>
      <vt:lpstr>Student Record File Manager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N</dc:creator>
  <cp:lastModifiedBy>Praveen N</cp:lastModifiedBy>
  <cp:revision>12</cp:revision>
  <dcterms:created xsi:type="dcterms:W3CDTF">2026-09-25T17:00:02Z</dcterms:created>
  <dcterms:modified xsi:type="dcterms:W3CDTF">2026-09-25T17:35:27Z</dcterms:modified>
</cp:coreProperties>
</file>