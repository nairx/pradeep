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sldIdLst>
    <p:sldId id="293" r:id="rId2"/>
    <p:sldId id="259" r:id="rId3"/>
    <p:sldId id="260" r:id="rId4"/>
    <p:sldId id="262" r:id="rId5"/>
    <p:sldId id="263" r:id="rId6"/>
    <p:sldId id="306" r:id="rId7"/>
    <p:sldId id="261" r:id="rId8"/>
    <p:sldId id="274" r:id="rId9"/>
    <p:sldId id="294" r:id="rId10"/>
    <p:sldId id="275" r:id="rId11"/>
    <p:sldId id="297" r:id="rId12"/>
    <p:sldId id="276" r:id="rId13"/>
    <p:sldId id="289" r:id="rId14"/>
    <p:sldId id="290" r:id="rId15"/>
    <p:sldId id="291" r:id="rId16"/>
    <p:sldId id="295" r:id="rId17"/>
    <p:sldId id="296" r:id="rId18"/>
    <p:sldId id="264" r:id="rId19"/>
    <p:sldId id="265" r:id="rId20"/>
    <p:sldId id="266" r:id="rId21"/>
    <p:sldId id="268" r:id="rId22"/>
    <p:sldId id="267" r:id="rId23"/>
    <p:sldId id="273" r:id="rId24"/>
    <p:sldId id="277" r:id="rId25"/>
    <p:sldId id="278" r:id="rId26"/>
    <p:sldId id="280" r:id="rId27"/>
    <p:sldId id="288" r:id="rId28"/>
    <p:sldId id="279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92" r:id="rId37"/>
    <p:sldId id="307" r:id="rId38"/>
    <p:sldId id="298" r:id="rId39"/>
    <p:sldId id="299" r:id="rId40"/>
    <p:sldId id="300" r:id="rId41"/>
    <p:sldId id="301" r:id="rId42"/>
    <p:sldId id="302" r:id="rId43"/>
    <p:sldId id="303" r:id="rId44"/>
    <p:sldId id="305" r:id="rId45"/>
    <p:sldId id="258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4" y="-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r P" userId="f6b097006a7c1cdf" providerId="LiveId" clId="{3E747E0C-BBC9-41D9-93C5-7DF529DFAD89}"/>
    <pc:docChg chg="custSel addSld delSld modSld">
      <pc:chgData name="Nair P" userId="f6b097006a7c1cdf" providerId="LiveId" clId="{3E747E0C-BBC9-41D9-93C5-7DF529DFAD89}" dt="2022-09-01T16:49:55.471" v="418" actId="20577"/>
      <pc:docMkLst>
        <pc:docMk/>
      </pc:docMkLst>
      <pc:sldChg chg="modSp mod">
        <pc:chgData name="Nair P" userId="f6b097006a7c1cdf" providerId="LiveId" clId="{3E747E0C-BBC9-41D9-93C5-7DF529DFAD89}" dt="2022-09-01T09:31:12.067" v="8" actId="27636"/>
        <pc:sldMkLst>
          <pc:docMk/>
          <pc:sldMk cId="4043737824" sldId="257"/>
        </pc:sldMkLst>
      </pc:sldChg>
      <pc:sldChg chg="addSp delSp modSp mod">
        <pc:chgData name="Nair P" userId="f6b097006a7c1cdf" providerId="LiveId" clId="{3E747E0C-BBC9-41D9-93C5-7DF529DFAD89}" dt="2022-09-01T09:45:20.505" v="301" actId="5793"/>
        <pc:sldMkLst>
          <pc:docMk/>
          <pc:sldMk cId="3991534838" sldId="259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990019049" sldId="260"/>
        </pc:sldMkLst>
      </pc:sldChg>
      <pc:sldChg chg="modSp add mod">
        <pc:chgData name="Nair P" userId="f6b097006a7c1cdf" providerId="LiveId" clId="{3E747E0C-BBC9-41D9-93C5-7DF529DFAD89}" dt="2022-09-01T16:49:55.471" v="418" actId="20577"/>
        <pc:sldMkLst>
          <pc:docMk/>
          <pc:sldMk cId="3727038899" sldId="260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2896039578" sldId="261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541668462" sldId="262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099924443" sldId="264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041518095" sldId="265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2416885869" sldId="266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4250863003" sldId="267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947472293" sldId="268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664769265" sldId="269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438995299" sldId="270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796959800" sldId="271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535661000" sldId="272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635718389" sldId="273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2824596698" sldId="274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112382196" sldId="275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968062125" sldId="276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2616822447" sldId="277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814843320" sldId="278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887801299" sldId="279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450490999" sldId="280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609111741" sldId="281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887138260" sldId="282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034294150" sldId="283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2711691207" sldId="284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2995384188" sldId="285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4155429507" sldId="286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2047368187" sldId="287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4051777499" sldId="288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2442191211" sldId="289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2947224718" sldId="290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4234903627" sldId="291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868333770" sldId="292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362781213" sldId="293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790811164" sldId="294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889649390" sldId="295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522452803" sldId="296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99825982" sldId="297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95718017" sldId="298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499814838" sldId="299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308690084" sldId="300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466274228" sldId="301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426182427" sldId="302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297278050" sldId="303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045191611" sldId="304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263025023" sldId="305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444293760" sldId="306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141417247" sldId="307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2411303575" sldId="308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775181005" sldId="309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2069514896" sldId="310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823185185" sldId="311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787776895" sldId="312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002280833" sldId="313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330023222" sldId="314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513834261" sldId="315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687235343" sldId="316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2391268004" sldId="317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685904882" sldId="318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2610629101" sldId="319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2666780570" sldId="320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835423396" sldId="321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4009945871" sldId="322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924259346" sldId="323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677249110" sldId="324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578552234" sldId="325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626836086" sldId="326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408597384" sldId="327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751304460" sldId="328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162284625" sldId="329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069031249" sldId="330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873550164" sldId="331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1365022736" sldId="332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2105155569" sldId="333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47083418" sldId="334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4026571864" sldId="335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4224324725" sldId="336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3116640087" sldId="337"/>
        </pc:sldMkLst>
      </pc:sldChg>
      <pc:sldChg chg="del">
        <pc:chgData name="Nair P" userId="f6b097006a7c1cdf" providerId="LiveId" clId="{3E747E0C-BBC9-41D9-93C5-7DF529DFAD89}" dt="2022-09-01T09:31:25.820" v="9" actId="47"/>
        <pc:sldMkLst>
          <pc:docMk/>
          <pc:sldMk cId="2978348715" sldId="338"/>
        </pc:sldMkLst>
      </pc:sldChg>
    </pc:docChg>
  </pc:docChgLst>
  <pc:docChgLst>
    <pc:chgData name="Nair P" userId="f6b097006a7c1cdf" providerId="LiveId" clId="{7747962E-4264-4BF8-B146-8A678F9E3FED}"/>
    <pc:docChg chg="undo custSel addSld modSld">
      <pc:chgData name="Nair P" userId="f6b097006a7c1cdf" providerId="LiveId" clId="{7747962E-4264-4BF8-B146-8A678F9E3FED}" dt="2022-11-03T16:45:16.924" v="1542" actId="27636"/>
      <pc:docMkLst>
        <pc:docMk/>
      </pc:docMkLst>
      <pc:sldChg chg="modSp mod">
        <pc:chgData name="Nair P" userId="f6b097006a7c1cdf" providerId="LiveId" clId="{7747962E-4264-4BF8-B146-8A678F9E3FED}" dt="2022-10-29T08:15:13.512" v="4" actId="20577"/>
        <pc:sldMkLst>
          <pc:docMk/>
          <pc:sldMk cId="4043737824" sldId="257"/>
        </pc:sldMkLst>
      </pc:sldChg>
      <pc:sldChg chg="modSp mod">
        <pc:chgData name="Nair P" userId="f6b097006a7c1cdf" providerId="LiveId" clId="{7747962E-4264-4BF8-B146-8A678F9E3FED}" dt="2022-10-29T08:31:20.150" v="120" actId="27636"/>
        <pc:sldMkLst>
          <pc:docMk/>
          <pc:sldMk cId="3991534838" sldId="259"/>
        </pc:sldMkLst>
      </pc:sldChg>
      <pc:sldChg chg="modSp mod">
        <pc:chgData name="Nair P" userId="f6b097006a7c1cdf" providerId="LiveId" clId="{7747962E-4264-4BF8-B146-8A678F9E3FED}" dt="2022-10-30T03:54:12.475" v="264" actId="20577"/>
        <pc:sldMkLst>
          <pc:docMk/>
          <pc:sldMk cId="2990001622" sldId="262"/>
        </pc:sldMkLst>
      </pc:sldChg>
      <pc:sldChg chg="modSp mod">
        <pc:chgData name="Nair P" userId="f6b097006a7c1cdf" providerId="LiveId" clId="{7747962E-4264-4BF8-B146-8A678F9E3FED}" dt="2022-10-30T03:57:31.939" v="282" actId="12"/>
        <pc:sldMkLst>
          <pc:docMk/>
          <pc:sldMk cId="2955347978" sldId="263"/>
        </pc:sldMkLst>
      </pc:sldChg>
      <pc:sldChg chg="modSp add mod">
        <pc:chgData name="Nair P" userId="f6b097006a7c1cdf" providerId="LiveId" clId="{7747962E-4264-4BF8-B146-8A678F9E3FED}" dt="2022-10-30T14:52:41.150" v="485" actId="20577"/>
        <pc:sldMkLst>
          <pc:docMk/>
          <pc:sldMk cId="1999772322" sldId="264"/>
        </pc:sldMkLst>
      </pc:sldChg>
      <pc:sldChg chg="modSp add mod">
        <pc:chgData name="Nair P" userId="f6b097006a7c1cdf" providerId="LiveId" clId="{7747962E-4264-4BF8-B146-8A678F9E3FED}" dt="2022-10-30T14:56:33.655" v="578" actId="27636"/>
        <pc:sldMkLst>
          <pc:docMk/>
          <pc:sldMk cId="2770357790" sldId="265"/>
        </pc:sldMkLst>
      </pc:sldChg>
      <pc:sldChg chg="modSp add mod">
        <pc:chgData name="Nair P" userId="f6b097006a7c1cdf" providerId="LiveId" clId="{7747962E-4264-4BF8-B146-8A678F9E3FED}" dt="2022-10-30T15:02:08.408" v="588" actId="27636"/>
        <pc:sldMkLst>
          <pc:docMk/>
          <pc:sldMk cId="806372445" sldId="266"/>
        </pc:sldMkLst>
      </pc:sldChg>
      <pc:sldChg chg="modSp add mod">
        <pc:chgData name="Nair P" userId="f6b097006a7c1cdf" providerId="LiveId" clId="{7747962E-4264-4BF8-B146-8A678F9E3FED}" dt="2022-10-30T16:35:37.714" v="618" actId="20577"/>
        <pc:sldMkLst>
          <pc:docMk/>
          <pc:sldMk cId="1201010016" sldId="267"/>
        </pc:sldMkLst>
      </pc:sldChg>
      <pc:sldChg chg="modSp add mod">
        <pc:chgData name="Nair P" userId="f6b097006a7c1cdf" providerId="LiveId" clId="{7747962E-4264-4BF8-B146-8A678F9E3FED}" dt="2022-10-30T16:41:03.303" v="631"/>
        <pc:sldMkLst>
          <pc:docMk/>
          <pc:sldMk cId="2241413990" sldId="268"/>
        </pc:sldMkLst>
      </pc:sldChg>
      <pc:sldChg chg="modSp add mod">
        <pc:chgData name="Nair P" userId="f6b097006a7c1cdf" providerId="LiveId" clId="{7747962E-4264-4BF8-B146-8A678F9E3FED}" dt="2022-10-30T17:05:15.318" v="751" actId="27636"/>
        <pc:sldMkLst>
          <pc:docMk/>
          <pc:sldMk cId="125194397" sldId="269"/>
        </pc:sldMkLst>
      </pc:sldChg>
      <pc:sldChg chg="modSp add mod">
        <pc:chgData name="Nair P" userId="f6b097006a7c1cdf" providerId="LiveId" clId="{7747962E-4264-4BF8-B146-8A678F9E3FED}" dt="2022-11-01T01:04:21.307" v="898" actId="27636"/>
        <pc:sldMkLst>
          <pc:docMk/>
          <pc:sldMk cId="46128210" sldId="270"/>
        </pc:sldMkLst>
      </pc:sldChg>
      <pc:sldChg chg="addSp delSp modSp add mod">
        <pc:chgData name="Nair P" userId="f6b097006a7c1cdf" providerId="LiveId" clId="{7747962E-4264-4BF8-B146-8A678F9E3FED}" dt="2022-11-01T01:14:16.397" v="988"/>
        <pc:sldMkLst>
          <pc:docMk/>
          <pc:sldMk cId="411872073" sldId="271"/>
        </pc:sldMkLst>
      </pc:sldChg>
      <pc:sldChg chg="modSp add mod">
        <pc:chgData name="Nair P" userId="f6b097006a7c1cdf" providerId="LiveId" clId="{7747962E-4264-4BF8-B146-8A678F9E3FED}" dt="2022-11-01T01:45:15.535" v="1046" actId="6549"/>
        <pc:sldMkLst>
          <pc:docMk/>
          <pc:sldMk cId="1639026789" sldId="272"/>
        </pc:sldMkLst>
      </pc:sldChg>
      <pc:sldChg chg="modSp add mod">
        <pc:chgData name="Nair P" userId="f6b097006a7c1cdf" providerId="LiveId" clId="{7747962E-4264-4BF8-B146-8A678F9E3FED}" dt="2022-11-01T02:01:08.597" v="1069" actId="6549"/>
        <pc:sldMkLst>
          <pc:docMk/>
          <pc:sldMk cId="3806366429" sldId="273"/>
        </pc:sldMkLst>
      </pc:sldChg>
      <pc:sldChg chg="modSp add mod">
        <pc:chgData name="Nair P" userId="f6b097006a7c1cdf" providerId="LiveId" clId="{7747962E-4264-4BF8-B146-8A678F9E3FED}" dt="2022-11-01T02:37:19.881" v="1176" actId="6549"/>
        <pc:sldMkLst>
          <pc:docMk/>
          <pc:sldMk cId="2706704812" sldId="274"/>
        </pc:sldMkLst>
      </pc:sldChg>
      <pc:sldChg chg="modSp add mod">
        <pc:chgData name="Nair P" userId="f6b097006a7c1cdf" providerId="LiveId" clId="{7747962E-4264-4BF8-B146-8A678F9E3FED}" dt="2022-11-01T02:44:00.607" v="1205" actId="20577"/>
        <pc:sldMkLst>
          <pc:docMk/>
          <pc:sldMk cId="3925724274" sldId="275"/>
        </pc:sldMkLst>
      </pc:sldChg>
      <pc:sldChg chg="modSp add mod">
        <pc:chgData name="Nair P" userId="f6b097006a7c1cdf" providerId="LiveId" clId="{7747962E-4264-4BF8-B146-8A678F9E3FED}" dt="2022-11-01T14:33:04.957" v="1223" actId="27636"/>
        <pc:sldMkLst>
          <pc:docMk/>
          <pc:sldMk cId="865440831" sldId="276"/>
        </pc:sldMkLst>
      </pc:sldChg>
      <pc:sldChg chg="modSp add mod">
        <pc:chgData name="Nair P" userId="f6b097006a7c1cdf" providerId="LiveId" clId="{7747962E-4264-4BF8-B146-8A678F9E3FED}" dt="2022-11-01T15:09:01.790" v="1262"/>
        <pc:sldMkLst>
          <pc:docMk/>
          <pc:sldMk cId="4017640369" sldId="277"/>
        </pc:sldMkLst>
      </pc:sldChg>
      <pc:sldChg chg="modSp add mod">
        <pc:chgData name="Nair P" userId="f6b097006a7c1cdf" providerId="LiveId" clId="{7747962E-4264-4BF8-B146-8A678F9E3FED}" dt="2022-11-01T16:28:22.330" v="1270" actId="6549"/>
        <pc:sldMkLst>
          <pc:docMk/>
          <pc:sldMk cId="3096757627" sldId="278"/>
        </pc:sldMkLst>
      </pc:sldChg>
      <pc:sldChg chg="modSp add mod">
        <pc:chgData name="Nair P" userId="f6b097006a7c1cdf" providerId="LiveId" clId="{7747962E-4264-4BF8-B146-8A678F9E3FED}" dt="2022-11-01T16:32:26.706" v="1279" actId="27636"/>
        <pc:sldMkLst>
          <pc:docMk/>
          <pc:sldMk cId="1196914260" sldId="279"/>
        </pc:sldMkLst>
      </pc:sldChg>
      <pc:sldChg chg="modSp add mod">
        <pc:chgData name="Nair P" userId="f6b097006a7c1cdf" providerId="LiveId" clId="{7747962E-4264-4BF8-B146-8A678F9E3FED}" dt="2022-11-02T01:47:58.132" v="1472"/>
        <pc:sldMkLst>
          <pc:docMk/>
          <pc:sldMk cId="1804792085" sldId="280"/>
        </pc:sldMkLst>
      </pc:sldChg>
      <pc:sldChg chg="modSp add mod">
        <pc:chgData name="Nair P" userId="f6b097006a7c1cdf" providerId="LiveId" clId="{7747962E-4264-4BF8-B146-8A678F9E3FED}" dt="2022-11-02T00:11:53.857" v="1322" actId="27636"/>
        <pc:sldMkLst>
          <pc:docMk/>
          <pc:sldMk cId="2033202462" sldId="281"/>
        </pc:sldMkLst>
      </pc:sldChg>
      <pc:sldChg chg="modSp add mod">
        <pc:chgData name="Nair P" userId="f6b097006a7c1cdf" providerId="LiveId" clId="{7747962E-4264-4BF8-B146-8A678F9E3FED}" dt="2022-11-02T00:17:05.315" v="1327" actId="27636"/>
        <pc:sldMkLst>
          <pc:docMk/>
          <pc:sldMk cId="2277307881" sldId="282"/>
        </pc:sldMkLst>
      </pc:sldChg>
      <pc:sldChg chg="modSp add mod">
        <pc:chgData name="Nair P" userId="f6b097006a7c1cdf" providerId="LiveId" clId="{7747962E-4264-4BF8-B146-8A678F9E3FED}" dt="2022-11-02T00:25:08.270" v="1364" actId="27636"/>
        <pc:sldMkLst>
          <pc:docMk/>
          <pc:sldMk cId="2124152853" sldId="283"/>
        </pc:sldMkLst>
      </pc:sldChg>
      <pc:sldChg chg="modSp add mod">
        <pc:chgData name="Nair P" userId="f6b097006a7c1cdf" providerId="LiveId" clId="{7747962E-4264-4BF8-B146-8A678F9E3FED}" dt="2022-11-02T00:35:01.144" v="1376" actId="27636"/>
        <pc:sldMkLst>
          <pc:docMk/>
          <pc:sldMk cId="3743335897" sldId="284"/>
        </pc:sldMkLst>
      </pc:sldChg>
      <pc:sldChg chg="modSp add mod">
        <pc:chgData name="Nair P" userId="f6b097006a7c1cdf" providerId="LiveId" clId="{7747962E-4264-4BF8-B146-8A678F9E3FED}" dt="2022-11-02T00:41:03.417" v="1396" actId="27636"/>
        <pc:sldMkLst>
          <pc:docMk/>
          <pc:sldMk cId="187135665" sldId="285"/>
        </pc:sldMkLst>
      </pc:sldChg>
      <pc:sldChg chg="modSp add mod">
        <pc:chgData name="Nair P" userId="f6b097006a7c1cdf" providerId="LiveId" clId="{7747962E-4264-4BF8-B146-8A678F9E3FED}" dt="2022-11-02T00:45:27.842" v="1412" actId="27636"/>
        <pc:sldMkLst>
          <pc:docMk/>
          <pc:sldMk cId="2059379798" sldId="286"/>
        </pc:sldMkLst>
      </pc:sldChg>
      <pc:sldChg chg="modSp add mod">
        <pc:chgData name="Nair P" userId="f6b097006a7c1cdf" providerId="LiveId" clId="{7747962E-4264-4BF8-B146-8A678F9E3FED}" dt="2022-11-02T00:48:51.301" v="1452" actId="27636"/>
        <pc:sldMkLst>
          <pc:docMk/>
          <pc:sldMk cId="3942494991" sldId="287"/>
        </pc:sldMkLst>
      </pc:sldChg>
      <pc:sldChg chg="modSp add mod">
        <pc:chgData name="Nair P" userId="f6b097006a7c1cdf" providerId="LiveId" clId="{7747962E-4264-4BF8-B146-8A678F9E3FED}" dt="2022-11-02T00:57:21.131" v="1470"/>
        <pc:sldMkLst>
          <pc:docMk/>
          <pc:sldMk cId="1798333276" sldId="288"/>
        </pc:sldMkLst>
      </pc:sldChg>
      <pc:sldChg chg="modSp add mod">
        <pc:chgData name="Nair P" userId="f6b097006a7c1cdf" providerId="LiveId" clId="{7747962E-4264-4BF8-B146-8A678F9E3FED}" dt="2022-11-02T14:53:21.855" v="1498" actId="27636"/>
        <pc:sldMkLst>
          <pc:docMk/>
          <pc:sldMk cId="1502470813" sldId="289"/>
        </pc:sldMkLst>
      </pc:sldChg>
      <pc:sldChg chg="modSp add mod">
        <pc:chgData name="Nair P" userId="f6b097006a7c1cdf" providerId="LiveId" clId="{7747962E-4264-4BF8-B146-8A678F9E3FED}" dt="2022-11-03T16:22:06.139" v="1517" actId="20577"/>
        <pc:sldMkLst>
          <pc:docMk/>
          <pc:sldMk cId="40216696" sldId="290"/>
        </pc:sldMkLst>
      </pc:sldChg>
      <pc:sldChg chg="modSp add mod">
        <pc:chgData name="Nair P" userId="f6b097006a7c1cdf" providerId="LiveId" clId="{7747962E-4264-4BF8-B146-8A678F9E3FED}" dt="2022-11-03T16:42:39.150" v="1525" actId="6549"/>
        <pc:sldMkLst>
          <pc:docMk/>
          <pc:sldMk cId="2171473524" sldId="291"/>
        </pc:sldMkLst>
      </pc:sldChg>
      <pc:sldChg chg="modSp add mod">
        <pc:chgData name="Nair P" userId="f6b097006a7c1cdf" providerId="LiveId" clId="{7747962E-4264-4BF8-B146-8A678F9E3FED}" dt="2022-11-03T16:45:16.924" v="1542" actId="27636"/>
        <pc:sldMkLst>
          <pc:docMk/>
          <pc:sldMk cId="4121193478" sldId="292"/>
        </pc:sldMkLst>
      </pc:sldChg>
    </pc:docChg>
  </pc:docChgLst>
  <pc:docChgLst>
    <pc:chgData name="Nair P" userId="f6b097006a7c1cdf" providerId="LiveId" clId="{CF546F92-16B8-450A-8DA6-43C56056C5CF}"/>
    <pc:docChg chg="modSld sldOrd">
      <pc:chgData name="Nair P" userId="f6b097006a7c1cdf" providerId="LiveId" clId="{CF546F92-16B8-450A-8DA6-43C56056C5CF}" dt="2023-08-10T03:12:18.243" v="1"/>
      <pc:docMkLst>
        <pc:docMk/>
      </pc:docMkLst>
      <pc:sldChg chg="ord">
        <pc:chgData name="Nair P" userId="f6b097006a7c1cdf" providerId="LiveId" clId="{CF546F92-16B8-450A-8DA6-43C56056C5CF}" dt="2023-08-10T03:12:18.243" v="1"/>
        <pc:sldMkLst>
          <pc:docMk/>
          <pc:sldMk cId="2241413990" sldId="268"/>
        </pc:sldMkLst>
      </pc:sldChg>
    </pc:docChg>
  </pc:docChgLst>
  <pc:docChgLst>
    <pc:chgData name="Nair P" userId="f6b097006a7c1cdf" providerId="LiveId" clId="{0661E54E-CFAB-40C1-BEB8-DCC3AC15788D}"/>
    <pc:docChg chg="undo custSel addSld delSld modSld sldOrd">
      <pc:chgData name="Nair P" userId="f6b097006a7c1cdf" providerId="LiveId" clId="{0661E54E-CFAB-40C1-BEB8-DCC3AC15788D}" dt="2022-08-31T14:43:09.829" v="3975" actId="20577"/>
      <pc:docMkLst>
        <pc:docMk/>
      </pc:docMkLst>
      <pc:sldChg chg="modSp mod">
        <pc:chgData name="Nair P" userId="f6b097006a7c1cdf" providerId="LiveId" clId="{0661E54E-CFAB-40C1-BEB8-DCC3AC15788D}" dt="2022-08-17T13:24:04.564" v="56" actId="20577"/>
        <pc:sldMkLst>
          <pc:docMk/>
          <pc:sldMk cId="191714609" sldId="258"/>
        </pc:sldMkLst>
      </pc:sldChg>
      <pc:sldChg chg="modSp mod">
        <pc:chgData name="Nair P" userId="f6b097006a7c1cdf" providerId="LiveId" clId="{0661E54E-CFAB-40C1-BEB8-DCC3AC15788D}" dt="2022-08-17T13:22:41.267" v="27" actId="20577"/>
        <pc:sldMkLst>
          <pc:docMk/>
          <pc:sldMk cId="3991534838" sldId="259"/>
        </pc:sldMkLst>
      </pc:sldChg>
      <pc:sldChg chg="modSp add mod">
        <pc:chgData name="Nair P" userId="f6b097006a7c1cdf" providerId="LiveId" clId="{0661E54E-CFAB-40C1-BEB8-DCC3AC15788D}" dt="2022-08-18T05:29:30.360" v="918" actId="20577"/>
        <pc:sldMkLst>
          <pc:docMk/>
          <pc:sldMk cId="990019049" sldId="260"/>
        </pc:sldMkLst>
      </pc:sldChg>
      <pc:sldChg chg="modSp add mod">
        <pc:chgData name="Nair P" userId="f6b097006a7c1cdf" providerId="LiveId" clId="{0661E54E-CFAB-40C1-BEB8-DCC3AC15788D}" dt="2022-08-17T13:44:53.690" v="247" actId="20577"/>
        <pc:sldMkLst>
          <pc:docMk/>
          <pc:sldMk cId="2896039578" sldId="261"/>
        </pc:sldMkLst>
      </pc:sldChg>
      <pc:sldChg chg="modSp add mod">
        <pc:chgData name="Nair P" userId="f6b097006a7c1cdf" providerId="LiveId" clId="{0661E54E-CFAB-40C1-BEB8-DCC3AC15788D}" dt="2022-08-17T13:46:19.797" v="280" actId="6549"/>
        <pc:sldMkLst>
          <pc:docMk/>
          <pc:sldMk cId="1541668462" sldId="262"/>
        </pc:sldMkLst>
      </pc:sldChg>
      <pc:sldChg chg="addSp delSp modSp add del mod">
        <pc:chgData name="Nair P" userId="f6b097006a7c1cdf" providerId="LiveId" clId="{0661E54E-CFAB-40C1-BEB8-DCC3AC15788D}" dt="2022-08-17T13:53:59.966" v="349" actId="47"/>
        <pc:sldMkLst>
          <pc:docMk/>
          <pc:sldMk cId="147775926" sldId="263"/>
        </pc:sldMkLst>
      </pc:sldChg>
      <pc:sldChg chg="addSp modSp new mod">
        <pc:chgData name="Nair P" userId="f6b097006a7c1cdf" providerId="LiveId" clId="{0661E54E-CFAB-40C1-BEB8-DCC3AC15788D}" dt="2022-08-17T13:53:35.168" v="348" actId="1076"/>
        <pc:sldMkLst>
          <pc:docMk/>
          <pc:sldMk cId="1099924443" sldId="264"/>
        </pc:sldMkLst>
      </pc:sldChg>
      <pc:sldChg chg="modSp add mod">
        <pc:chgData name="Nair P" userId="f6b097006a7c1cdf" providerId="LiveId" clId="{0661E54E-CFAB-40C1-BEB8-DCC3AC15788D}" dt="2022-08-18T05:37:12.562" v="1115" actId="27636"/>
        <pc:sldMkLst>
          <pc:docMk/>
          <pc:sldMk cId="3041518095" sldId="265"/>
        </pc:sldMkLst>
      </pc:sldChg>
      <pc:sldChg chg="modSp add mod">
        <pc:chgData name="Nair P" userId="f6b097006a7c1cdf" providerId="LiveId" clId="{0661E54E-CFAB-40C1-BEB8-DCC3AC15788D}" dt="2022-08-17T14:19:14.705" v="555" actId="20577"/>
        <pc:sldMkLst>
          <pc:docMk/>
          <pc:sldMk cId="2416885869" sldId="266"/>
        </pc:sldMkLst>
      </pc:sldChg>
      <pc:sldChg chg="modSp add mod">
        <pc:chgData name="Nair P" userId="f6b097006a7c1cdf" providerId="LiveId" clId="{0661E54E-CFAB-40C1-BEB8-DCC3AC15788D}" dt="2022-08-17T14:18:17.171" v="521"/>
        <pc:sldMkLst>
          <pc:docMk/>
          <pc:sldMk cId="4250863003" sldId="267"/>
        </pc:sldMkLst>
      </pc:sldChg>
      <pc:sldChg chg="modSp add mod">
        <pc:chgData name="Nair P" userId="f6b097006a7c1cdf" providerId="LiveId" clId="{0661E54E-CFAB-40C1-BEB8-DCC3AC15788D}" dt="2022-08-17T14:16:59.998" v="520" actId="13926"/>
        <pc:sldMkLst>
          <pc:docMk/>
          <pc:sldMk cId="1947472293" sldId="268"/>
        </pc:sldMkLst>
      </pc:sldChg>
      <pc:sldChg chg="modSp add mod">
        <pc:chgData name="Nair P" userId="f6b097006a7c1cdf" providerId="LiveId" clId="{0661E54E-CFAB-40C1-BEB8-DCC3AC15788D}" dt="2022-08-17T14:21:20.837" v="632" actId="20577"/>
        <pc:sldMkLst>
          <pc:docMk/>
          <pc:sldMk cId="3664769265" sldId="269"/>
        </pc:sldMkLst>
      </pc:sldChg>
      <pc:sldChg chg="modSp add mod">
        <pc:chgData name="Nair P" userId="f6b097006a7c1cdf" providerId="LiveId" clId="{0661E54E-CFAB-40C1-BEB8-DCC3AC15788D}" dt="2022-08-17T14:49:30.479" v="814" actId="20577"/>
        <pc:sldMkLst>
          <pc:docMk/>
          <pc:sldMk cId="1438995299" sldId="270"/>
        </pc:sldMkLst>
      </pc:sldChg>
      <pc:sldChg chg="modSp add mod ord">
        <pc:chgData name="Nair P" userId="f6b097006a7c1cdf" providerId="LiveId" clId="{0661E54E-CFAB-40C1-BEB8-DCC3AC15788D}" dt="2022-08-19T14:54:39.078" v="1384" actId="27636"/>
        <pc:sldMkLst>
          <pc:docMk/>
          <pc:sldMk cId="1796959800" sldId="271"/>
        </pc:sldMkLst>
      </pc:sldChg>
      <pc:sldChg chg="modSp add mod">
        <pc:chgData name="Nair P" userId="f6b097006a7c1cdf" providerId="LiveId" clId="{0661E54E-CFAB-40C1-BEB8-DCC3AC15788D}" dt="2022-08-19T15:03:25.089" v="1386" actId="20577"/>
        <pc:sldMkLst>
          <pc:docMk/>
          <pc:sldMk cId="535661000" sldId="272"/>
        </pc:sldMkLst>
      </pc:sldChg>
      <pc:sldChg chg="modSp add mod">
        <pc:chgData name="Nair P" userId="f6b097006a7c1cdf" providerId="LiveId" clId="{0661E54E-CFAB-40C1-BEB8-DCC3AC15788D}" dt="2022-08-17T14:45:49.623" v="761" actId="27636"/>
        <pc:sldMkLst>
          <pc:docMk/>
          <pc:sldMk cId="1635718389" sldId="273"/>
        </pc:sldMkLst>
      </pc:sldChg>
      <pc:sldChg chg="modSp add mod">
        <pc:chgData name="Nair P" userId="f6b097006a7c1cdf" providerId="LiveId" clId="{0661E54E-CFAB-40C1-BEB8-DCC3AC15788D}" dt="2022-08-17T15:04:40.564" v="902"/>
        <pc:sldMkLst>
          <pc:docMk/>
          <pc:sldMk cId="2824596698" sldId="274"/>
        </pc:sldMkLst>
      </pc:sldChg>
      <pc:sldChg chg="modSp add del mod">
        <pc:chgData name="Nair P" userId="f6b097006a7c1cdf" providerId="LiveId" clId="{0661E54E-CFAB-40C1-BEB8-DCC3AC15788D}" dt="2022-08-17T14:54:52.277" v="851"/>
        <pc:sldMkLst>
          <pc:docMk/>
          <pc:sldMk cId="1112382196" sldId="275"/>
        </pc:sldMkLst>
      </pc:sldChg>
      <pc:sldChg chg="modSp add mod">
        <pc:chgData name="Nair P" userId="f6b097006a7c1cdf" providerId="LiveId" clId="{0661E54E-CFAB-40C1-BEB8-DCC3AC15788D}" dt="2022-08-17T15:09:09.341" v="911" actId="20577"/>
        <pc:sldMkLst>
          <pc:docMk/>
          <pc:sldMk cId="968062125" sldId="276"/>
        </pc:sldMkLst>
      </pc:sldChg>
      <pc:sldChg chg="add">
        <pc:chgData name="Nair P" userId="f6b097006a7c1cdf" providerId="LiveId" clId="{0661E54E-CFAB-40C1-BEB8-DCC3AC15788D}" dt="2022-08-18T05:31:04.120" v="919"/>
        <pc:sldMkLst>
          <pc:docMk/>
          <pc:sldMk cId="2616822447" sldId="277"/>
        </pc:sldMkLst>
      </pc:sldChg>
      <pc:sldChg chg="modSp add mod">
        <pc:chgData name="Nair P" userId="f6b097006a7c1cdf" providerId="LiveId" clId="{0661E54E-CFAB-40C1-BEB8-DCC3AC15788D}" dt="2022-08-18T05:48:25.060" v="1252" actId="12"/>
        <pc:sldMkLst>
          <pc:docMk/>
          <pc:sldMk cId="814843320" sldId="278"/>
        </pc:sldMkLst>
      </pc:sldChg>
      <pc:sldChg chg="modSp add mod ord">
        <pc:chgData name="Nair P" userId="f6b097006a7c1cdf" providerId="LiveId" clId="{0661E54E-CFAB-40C1-BEB8-DCC3AC15788D}" dt="2022-08-19T14:50:43.481" v="1333"/>
        <pc:sldMkLst>
          <pc:docMk/>
          <pc:sldMk cId="3887801299" sldId="279"/>
        </pc:sldMkLst>
      </pc:sldChg>
      <pc:sldChg chg="modSp add mod">
        <pc:chgData name="Nair P" userId="f6b097006a7c1cdf" providerId="LiveId" clId="{0661E54E-CFAB-40C1-BEB8-DCC3AC15788D}" dt="2022-08-19T17:48:26.881" v="1398" actId="20577"/>
        <pc:sldMkLst>
          <pc:docMk/>
          <pc:sldMk cId="450490999" sldId="280"/>
        </pc:sldMkLst>
      </pc:sldChg>
      <pc:sldChg chg="modSp add mod">
        <pc:chgData name="Nair P" userId="f6b097006a7c1cdf" providerId="LiveId" clId="{0661E54E-CFAB-40C1-BEB8-DCC3AC15788D}" dt="2022-08-19T17:54:01.251" v="1440" actId="13926"/>
        <pc:sldMkLst>
          <pc:docMk/>
          <pc:sldMk cId="3609111741" sldId="281"/>
        </pc:sldMkLst>
      </pc:sldChg>
      <pc:sldChg chg="modSp add mod">
        <pc:chgData name="Nair P" userId="f6b097006a7c1cdf" providerId="LiveId" clId="{0661E54E-CFAB-40C1-BEB8-DCC3AC15788D}" dt="2022-08-20T05:09:09.339" v="1504" actId="108"/>
        <pc:sldMkLst>
          <pc:docMk/>
          <pc:sldMk cId="887138260" sldId="282"/>
        </pc:sldMkLst>
      </pc:sldChg>
      <pc:sldChg chg="modSp add mod">
        <pc:chgData name="Nair P" userId="f6b097006a7c1cdf" providerId="LiveId" clId="{0661E54E-CFAB-40C1-BEB8-DCC3AC15788D}" dt="2022-08-20T05:13:02.139" v="1518" actId="20577"/>
        <pc:sldMkLst>
          <pc:docMk/>
          <pc:sldMk cId="3034294150" sldId="283"/>
        </pc:sldMkLst>
      </pc:sldChg>
      <pc:sldChg chg="add">
        <pc:chgData name="Nair P" userId="f6b097006a7c1cdf" providerId="LiveId" clId="{0661E54E-CFAB-40C1-BEB8-DCC3AC15788D}" dt="2022-08-20T05:04:25.808" v="1483"/>
        <pc:sldMkLst>
          <pc:docMk/>
          <pc:sldMk cId="2711691207" sldId="284"/>
        </pc:sldMkLst>
      </pc:sldChg>
      <pc:sldChg chg="modSp add mod">
        <pc:chgData name="Nair P" userId="f6b097006a7c1cdf" providerId="LiveId" clId="{0661E54E-CFAB-40C1-BEB8-DCC3AC15788D}" dt="2022-08-20T05:25:57.514" v="1716" actId="20577"/>
        <pc:sldMkLst>
          <pc:docMk/>
          <pc:sldMk cId="2995384188" sldId="285"/>
        </pc:sldMkLst>
      </pc:sldChg>
      <pc:sldChg chg="modSp add mod">
        <pc:chgData name="Nair P" userId="f6b097006a7c1cdf" providerId="LiveId" clId="{0661E54E-CFAB-40C1-BEB8-DCC3AC15788D}" dt="2022-08-20T05:22:14.475" v="1631"/>
        <pc:sldMkLst>
          <pc:docMk/>
          <pc:sldMk cId="4155429507" sldId="286"/>
        </pc:sldMkLst>
      </pc:sldChg>
      <pc:sldChg chg="modSp add mod">
        <pc:chgData name="Nair P" userId="f6b097006a7c1cdf" providerId="LiveId" clId="{0661E54E-CFAB-40C1-BEB8-DCC3AC15788D}" dt="2022-08-21T06:24:30.620" v="1789" actId="20577"/>
        <pc:sldMkLst>
          <pc:docMk/>
          <pc:sldMk cId="2047368187" sldId="287"/>
        </pc:sldMkLst>
      </pc:sldChg>
      <pc:sldChg chg="modSp add mod">
        <pc:chgData name="Nair P" userId="f6b097006a7c1cdf" providerId="LiveId" clId="{0661E54E-CFAB-40C1-BEB8-DCC3AC15788D}" dt="2022-08-21T06:30:12.357" v="1838"/>
        <pc:sldMkLst>
          <pc:docMk/>
          <pc:sldMk cId="4051777499" sldId="288"/>
        </pc:sldMkLst>
      </pc:sldChg>
      <pc:sldChg chg="modSp add mod">
        <pc:chgData name="Nair P" userId="f6b097006a7c1cdf" providerId="LiveId" clId="{0661E54E-CFAB-40C1-BEB8-DCC3AC15788D}" dt="2022-08-21T06:51:17.090" v="1904" actId="13926"/>
        <pc:sldMkLst>
          <pc:docMk/>
          <pc:sldMk cId="2442191211" sldId="289"/>
        </pc:sldMkLst>
      </pc:sldChg>
      <pc:sldChg chg="modSp add mod">
        <pc:chgData name="Nair P" userId="f6b097006a7c1cdf" providerId="LiveId" clId="{0661E54E-CFAB-40C1-BEB8-DCC3AC15788D}" dt="2022-08-21T06:57:46.128" v="1918"/>
        <pc:sldMkLst>
          <pc:docMk/>
          <pc:sldMk cId="2947224718" sldId="290"/>
        </pc:sldMkLst>
      </pc:sldChg>
      <pc:sldChg chg="modSp add mod">
        <pc:chgData name="Nair P" userId="f6b097006a7c1cdf" providerId="LiveId" clId="{0661E54E-CFAB-40C1-BEB8-DCC3AC15788D}" dt="2022-08-21T07:01:58.892" v="1925" actId="27636"/>
        <pc:sldMkLst>
          <pc:docMk/>
          <pc:sldMk cId="4234903627" sldId="291"/>
        </pc:sldMkLst>
      </pc:sldChg>
      <pc:sldChg chg="modSp add mod">
        <pc:chgData name="Nair P" userId="f6b097006a7c1cdf" providerId="LiveId" clId="{0661E54E-CFAB-40C1-BEB8-DCC3AC15788D}" dt="2022-08-21T07:11:05.593" v="1954" actId="27636"/>
        <pc:sldMkLst>
          <pc:docMk/>
          <pc:sldMk cId="1868333770" sldId="292"/>
        </pc:sldMkLst>
      </pc:sldChg>
      <pc:sldChg chg="modSp add mod">
        <pc:chgData name="Nair P" userId="f6b097006a7c1cdf" providerId="LiveId" clId="{0661E54E-CFAB-40C1-BEB8-DCC3AC15788D}" dt="2022-08-21T07:16:26.347" v="2095" actId="20577"/>
        <pc:sldMkLst>
          <pc:docMk/>
          <pc:sldMk cId="1362781213" sldId="293"/>
        </pc:sldMkLst>
      </pc:sldChg>
      <pc:sldChg chg="modSp add mod">
        <pc:chgData name="Nair P" userId="f6b097006a7c1cdf" providerId="LiveId" clId="{0661E54E-CFAB-40C1-BEB8-DCC3AC15788D}" dt="2022-08-21T07:29:47.513" v="2163" actId="27636"/>
        <pc:sldMkLst>
          <pc:docMk/>
          <pc:sldMk cId="790811164" sldId="294"/>
        </pc:sldMkLst>
      </pc:sldChg>
      <pc:sldChg chg="addSp modSp add mod">
        <pc:chgData name="Nair P" userId="f6b097006a7c1cdf" providerId="LiveId" clId="{0661E54E-CFAB-40C1-BEB8-DCC3AC15788D}" dt="2022-08-21T07:40:32.195" v="2309" actId="2164"/>
        <pc:sldMkLst>
          <pc:docMk/>
          <pc:sldMk cId="1889649390" sldId="295"/>
        </pc:sldMkLst>
      </pc:sldChg>
      <pc:sldChg chg="delSp modSp add mod">
        <pc:chgData name="Nair P" userId="f6b097006a7c1cdf" providerId="LiveId" clId="{0661E54E-CFAB-40C1-BEB8-DCC3AC15788D}" dt="2022-08-21T11:20:05.904" v="2618" actId="20577"/>
        <pc:sldMkLst>
          <pc:docMk/>
          <pc:sldMk cId="3522452803" sldId="296"/>
        </pc:sldMkLst>
      </pc:sldChg>
      <pc:sldChg chg="modSp add mod">
        <pc:chgData name="Nair P" userId="f6b097006a7c1cdf" providerId="LiveId" clId="{0661E54E-CFAB-40C1-BEB8-DCC3AC15788D}" dt="2022-08-21T11:20:13.929" v="2619" actId="20577"/>
        <pc:sldMkLst>
          <pc:docMk/>
          <pc:sldMk cId="199825982" sldId="297"/>
        </pc:sldMkLst>
      </pc:sldChg>
      <pc:sldChg chg="modSp add mod">
        <pc:chgData name="Nair P" userId="f6b097006a7c1cdf" providerId="LiveId" clId="{0661E54E-CFAB-40C1-BEB8-DCC3AC15788D}" dt="2022-08-21T07:50:22.259" v="2458" actId="20577"/>
        <pc:sldMkLst>
          <pc:docMk/>
          <pc:sldMk cId="95718017" sldId="298"/>
        </pc:sldMkLst>
      </pc:sldChg>
      <pc:sldChg chg="modSp add mod">
        <pc:chgData name="Nair P" userId="f6b097006a7c1cdf" providerId="LiveId" clId="{0661E54E-CFAB-40C1-BEB8-DCC3AC15788D}" dt="2022-08-21T07:53:34.475" v="2574" actId="20577"/>
        <pc:sldMkLst>
          <pc:docMk/>
          <pc:sldMk cId="499814838" sldId="299"/>
        </pc:sldMkLst>
      </pc:sldChg>
      <pc:sldChg chg="addSp delSp modSp add mod">
        <pc:chgData name="Nair P" userId="f6b097006a7c1cdf" providerId="LiveId" clId="{0661E54E-CFAB-40C1-BEB8-DCC3AC15788D}" dt="2022-08-21T11:50:29.283" v="2690" actId="20577"/>
        <pc:sldMkLst>
          <pc:docMk/>
          <pc:sldMk cId="1308690084" sldId="300"/>
        </pc:sldMkLst>
      </pc:sldChg>
      <pc:sldChg chg="modSp add mod">
        <pc:chgData name="Nair P" userId="f6b097006a7c1cdf" providerId="LiveId" clId="{0661E54E-CFAB-40C1-BEB8-DCC3AC15788D}" dt="2022-08-21T11:50:38.969" v="2694" actId="20577"/>
        <pc:sldMkLst>
          <pc:docMk/>
          <pc:sldMk cId="3466274228" sldId="301"/>
        </pc:sldMkLst>
      </pc:sldChg>
      <pc:sldChg chg="modSp add mod">
        <pc:chgData name="Nair P" userId="f6b097006a7c1cdf" providerId="LiveId" clId="{0661E54E-CFAB-40C1-BEB8-DCC3AC15788D}" dt="2022-08-22T16:28:33.172" v="2705" actId="27636"/>
        <pc:sldMkLst>
          <pc:docMk/>
          <pc:sldMk cId="2411303575" sldId="308"/>
        </pc:sldMkLst>
      </pc:sldChg>
      <pc:sldChg chg="modSp add mod">
        <pc:chgData name="Nair P" userId="f6b097006a7c1cdf" providerId="LiveId" clId="{0661E54E-CFAB-40C1-BEB8-DCC3AC15788D}" dt="2022-08-22T16:30:26.978" v="2713"/>
        <pc:sldMkLst>
          <pc:docMk/>
          <pc:sldMk cId="3775181005" sldId="309"/>
        </pc:sldMkLst>
      </pc:sldChg>
      <pc:sldChg chg="modSp add mod">
        <pc:chgData name="Nair P" userId="f6b097006a7c1cdf" providerId="LiveId" clId="{0661E54E-CFAB-40C1-BEB8-DCC3AC15788D}" dt="2022-08-22T16:47:09.562" v="2762" actId="27636"/>
        <pc:sldMkLst>
          <pc:docMk/>
          <pc:sldMk cId="2069514896" sldId="310"/>
        </pc:sldMkLst>
      </pc:sldChg>
      <pc:sldChg chg="modSp add mod">
        <pc:chgData name="Nair P" userId="f6b097006a7c1cdf" providerId="LiveId" clId="{0661E54E-CFAB-40C1-BEB8-DCC3AC15788D}" dt="2022-08-22T16:50:02.179" v="2829" actId="27636"/>
        <pc:sldMkLst>
          <pc:docMk/>
          <pc:sldMk cId="1823185185" sldId="311"/>
        </pc:sldMkLst>
      </pc:sldChg>
      <pc:sldChg chg="modSp add mod">
        <pc:chgData name="Nair P" userId="f6b097006a7c1cdf" providerId="LiveId" clId="{0661E54E-CFAB-40C1-BEB8-DCC3AC15788D}" dt="2022-08-22T16:55:45.440" v="2869" actId="27636"/>
        <pc:sldMkLst>
          <pc:docMk/>
          <pc:sldMk cId="1787776895" sldId="312"/>
        </pc:sldMkLst>
      </pc:sldChg>
      <pc:sldChg chg="modSp add mod">
        <pc:chgData name="Nair P" userId="f6b097006a7c1cdf" providerId="LiveId" clId="{0661E54E-CFAB-40C1-BEB8-DCC3AC15788D}" dt="2022-08-22T17:06:58.455" v="2930" actId="27636"/>
        <pc:sldMkLst>
          <pc:docMk/>
          <pc:sldMk cId="3002280833" sldId="313"/>
        </pc:sldMkLst>
      </pc:sldChg>
      <pc:sldChg chg="modSp add mod">
        <pc:chgData name="Nair P" userId="f6b097006a7c1cdf" providerId="LiveId" clId="{0661E54E-CFAB-40C1-BEB8-DCC3AC15788D}" dt="2022-08-22T17:09:44.858" v="2979" actId="27636"/>
        <pc:sldMkLst>
          <pc:docMk/>
          <pc:sldMk cId="1330023222" sldId="314"/>
        </pc:sldMkLst>
      </pc:sldChg>
      <pc:sldChg chg="modSp mod">
        <pc:chgData name="Nair P" userId="f6b097006a7c1cdf" providerId="LiveId" clId="{0661E54E-CFAB-40C1-BEB8-DCC3AC15788D}" dt="2022-08-24T04:49:28.347" v="3197" actId="20577"/>
        <pc:sldMkLst>
          <pc:docMk/>
          <pc:sldMk cId="2391268004" sldId="317"/>
        </pc:sldMkLst>
      </pc:sldChg>
      <pc:sldChg chg="modSp add mod">
        <pc:chgData name="Nair P" userId="f6b097006a7c1cdf" providerId="LiveId" clId="{0661E54E-CFAB-40C1-BEB8-DCC3AC15788D}" dt="2022-08-23T12:35:41.688" v="3015" actId="20577"/>
        <pc:sldMkLst>
          <pc:docMk/>
          <pc:sldMk cId="1685904882" sldId="318"/>
        </pc:sldMkLst>
      </pc:sldChg>
      <pc:sldChg chg="modSp add mod">
        <pc:chgData name="Nair P" userId="f6b097006a7c1cdf" providerId="LiveId" clId="{0661E54E-CFAB-40C1-BEB8-DCC3AC15788D}" dt="2022-08-23T13:22:07.781" v="3036" actId="20577"/>
        <pc:sldMkLst>
          <pc:docMk/>
          <pc:sldMk cId="2610629101" sldId="319"/>
        </pc:sldMkLst>
      </pc:sldChg>
      <pc:sldChg chg="modSp add mod">
        <pc:chgData name="Nair P" userId="f6b097006a7c1cdf" providerId="LiveId" clId="{0661E54E-CFAB-40C1-BEB8-DCC3AC15788D}" dt="2022-08-23T13:25:03.016" v="3049" actId="27636"/>
        <pc:sldMkLst>
          <pc:docMk/>
          <pc:sldMk cId="2666780570" sldId="320"/>
        </pc:sldMkLst>
      </pc:sldChg>
      <pc:sldChg chg="modSp add mod">
        <pc:chgData name="Nair P" userId="f6b097006a7c1cdf" providerId="LiveId" clId="{0661E54E-CFAB-40C1-BEB8-DCC3AC15788D}" dt="2022-08-23T13:28:12.930" v="3087" actId="27636"/>
        <pc:sldMkLst>
          <pc:docMk/>
          <pc:sldMk cId="3835423396" sldId="321"/>
        </pc:sldMkLst>
      </pc:sldChg>
      <pc:sldChg chg="modSp add mod">
        <pc:chgData name="Nair P" userId="f6b097006a7c1cdf" providerId="LiveId" clId="{0661E54E-CFAB-40C1-BEB8-DCC3AC15788D}" dt="2022-08-23T13:37:19.901" v="3170" actId="27636"/>
        <pc:sldMkLst>
          <pc:docMk/>
          <pc:sldMk cId="4009945871" sldId="322"/>
        </pc:sldMkLst>
      </pc:sldChg>
      <pc:sldChg chg="modSp add mod">
        <pc:chgData name="Nair P" userId="f6b097006a7c1cdf" providerId="LiveId" clId="{0661E54E-CFAB-40C1-BEB8-DCC3AC15788D}" dt="2022-08-24T05:24:10.741" v="3305" actId="20577"/>
        <pc:sldMkLst>
          <pc:docMk/>
          <pc:sldMk cId="1677249110" sldId="324"/>
        </pc:sldMkLst>
      </pc:sldChg>
      <pc:sldChg chg="modSp add mod">
        <pc:chgData name="Nair P" userId="f6b097006a7c1cdf" providerId="LiveId" clId="{0661E54E-CFAB-40C1-BEB8-DCC3AC15788D}" dt="2022-08-24T05:28:24.471" v="3391" actId="313"/>
        <pc:sldMkLst>
          <pc:docMk/>
          <pc:sldMk cId="3578552234" sldId="325"/>
        </pc:sldMkLst>
      </pc:sldChg>
      <pc:sldChg chg="modSp add mod">
        <pc:chgData name="Nair P" userId="f6b097006a7c1cdf" providerId="LiveId" clId="{0661E54E-CFAB-40C1-BEB8-DCC3AC15788D}" dt="2022-08-24T05:32:07.023" v="3395"/>
        <pc:sldMkLst>
          <pc:docMk/>
          <pc:sldMk cId="626836086" sldId="326"/>
        </pc:sldMkLst>
      </pc:sldChg>
      <pc:sldChg chg="modSp add mod">
        <pc:chgData name="Nair P" userId="f6b097006a7c1cdf" providerId="LiveId" clId="{0661E54E-CFAB-40C1-BEB8-DCC3AC15788D}" dt="2022-08-24T05:42:09.855" v="3404"/>
        <pc:sldMkLst>
          <pc:docMk/>
          <pc:sldMk cId="3408597384" sldId="327"/>
        </pc:sldMkLst>
      </pc:sldChg>
      <pc:sldChg chg="modSp add mod">
        <pc:chgData name="Nair P" userId="f6b097006a7c1cdf" providerId="LiveId" clId="{0661E54E-CFAB-40C1-BEB8-DCC3AC15788D}" dt="2022-08-24T06:05:28.838" v="3456" actId="27636"/>
        <pc:sldMkLst>
          <pc:docMk/>
          <pc:sldMk cId="751304460" sldId="328"/>
        </pc:sldMkLst>
      </pc:sldChg>
      <pc:sldChg chg="modSp add mod">
        <pc:chgData name="Nair P" userId="f6b097006a7c1cdf" providerId="LiveId" clId="{0661E54E-CFAB-40C1-BEB8-DCC3AC15788D}" dt="2022-08-31T10:47:12.918" v="3610" actId="27636"/>
        <pc:sldMkLst>
          <pc:docMk/>
          <pc:sldMk cId="3162284625" sldId="329"/>
        </pc:sldMkLst>
      </pc:sldChg>
      <pc:sldChg chg="modSp add mod">
        <pc:chgData name="Nair P" userId="f6b097006a7c1cdf" providerId="LiveId" clId="{0661E54E-CFAB-40C1-BEB8-DCC3AC15788D}" dt="2022-08-24T06:08:55.712" v="3482" actId="20577"/>
        <pc:sldMkLst>
          <pc:docMk/>
          <pc:sldMk cId="3499495081" sldId="329"/>
        </pc:sldMkLst>
      </pc:sldChg>
      <pc:sldChg chg="modSp add mod">
        <pc:chgData name="Nair P" userId="f6b097006a7c1cdf" providerId="LiveId" clId="{0661E54E-CFAB-40C1-BEB8-DCC3AC15788D}" dt="2022-08-31T10:44:00.209" v="3589" actId="313"/>
        <pc:sldMkLst>
          <pc:docMk/>
          <pc:sldMk cId="3069031249" sldId="330"/>
        </pc:sldMkLst>
      </pc:sldChg>
      <pc:sldChg chg="modSp add mod">
        <pc:chgData name="Nair P" userId="f6b097006a7c1cdf" providerId="LiveId" clId="{0661E54E-CFAB-40C1-BEB8-DCC3AC15788D}" dt="2022-08-31T11:43:11.201" v="3767" actId="27636"/>
        <pc:sldMkLst>
          <pc:docMk/>
          <pc:sldMk cId="1873550164" sldId="331"/>
        </pc:sldMkLst>
      </pc:sldChg>
      <pc:sldChg chg="modSp add mod">
        <pc:chgData name="Nair P" userId="f6b097006a7c1cdf" providerId="LiveId" clId="{0661E54E-CFAB-40C1-BEB8-DCC3AC15788D}" dt="2022-08-31T11:13:14.046" v="3763" actId="27636"/>
        <pc:sldMkLst>
          <pc:docMk/>
          <pc:sldMk cId="1365022736" sldId="332"/>
        </pc:sldMkLst>
      </pc:sldChg>
      <pc:sldChg chg="modSp add mod">
        <pc:chgData name="Nair P" userId="f6b097006a7c1cdf" providerId="LiveId" clId="{0661E54E-CFAB-40C1-BEB8-DCC3AC15788D}" dt="2022-08-31T11:44:24.598" v="3813" actId="27636"/>
        <pc:sldMkLst>
          <pc:docMk/>
          <pc:sldMk cId="2105155569" sldId="333"/>
        </pc:sldMkLst>
      </pc:sldChg>
      <pc:sldChg chg="addSp delSp modSp add mod">
        <pc:chgData name="Nair P" userId="f6b097006a7c1cdf" providerId="LiveId" clId="{0661E54E-CFAB-40C1-BEB8-DCC3AC15788D}" dt="2022-08-31T11:57:23.526" v="3847"/>
        <pc:sldMkLst>
          <pc:docMk/>
          <pc:sldMk cId="47083418" sldId="334"/>
        </pc:sldMkLst>
      </pc:sldChg>
      <pc:sldChg chg="modSp add mod">
        <pc:chgData name="Nair P" userId="f6b097006a7c1cdf" providerId="LiveId" clId="{0661E54E-CFAB-40C1-BEB8-DCC3AC15788D}" dt="2022-08-31T12:03:21.574" v="3872" actId="27636"/>
        <pc:sldMkLst>
          <pc:docMk/>
          <pc:sldMk cId="4026571864" sldId="335"/>
        </pc:sldMkLst>
      </pc:sldChg>
      <pc:sldChg chg="addSp delSp modSp add mod">
        <pc:chgData name="Nair P" userId="f6b097006a7c1cdf" providerId="LiveId" clId="{0661E54E-CFAB-40C1-BEB8-DCC3AC15788D}" dt="2022-08-31T12:44:02.015" v="3905"/>
        <pc:sldMkLst>
          <pc:docMk/>
          <pc:sldMk cId="4224324725" sldId="336"/>
        </pc:sldMkLst>
      </pc:sldChg>
      <pc:sldChg chg="modSp add mod">
        <pc:chgData name="Nair P" userId="f6b097006a7c1cdf" providerId="LiveId" clId="{0661E54E-CFAB-40C1-BEB8-DCC3AC15788D}" dt="2022-08-31T14:18:05.144" v="3957" actId="27636"/>
        <pc:sldMkLst>
          <pc:docMk/>
          <pc:sldMk cId="3116640087" sldId="337"/>
        </pc:sldMkLst>
      </pc:sldChg>
      <pc:sldChg chg="modSp add mod">
        <pc:chgData name="Nair P" userId="f6b097006a7c1cdf" providerId="LiveId" clId="{0661E54E-CFAB-40C1-BEB8-DCC3AC15788D}" dt="2022-08-31T14:43:09.829" v="3975" actId="20577"/>
        <pc:sldMkLst>
          <pc:docMk/>
          <pc:sldMk cId="2978348715" sldId="338"/>
        </pc:sldMkLst>
      </pc:sldChg>
    </pc:docChg>
  </pc:docChgLst>
  <pc:docChgLst>
    <pc:chgData name="Praveen N" userId="f6b097006a7c1cdf" providerId="LiveId" clId="{4F16D320-5D25-46C2-AC69-FB01B86BB391}"/>
    <pc:docChg chg="undo custSel modSld">
      <pc:chgData name="Praveen N" userId="f6b097006a7c1cdf" providerId="LiveId" clId="{4F16D320-5D25-46C2-AC69-FB01B86BB391}" dt="2025-06-10T14:27:16.175" v="196"/>
      <pc:docMkLst>
        <pc:docMk/>
      </pc:docMkLst>
      <pc:sldChg chg="modSp mod">
        <pc:chgData name="Praveen N" userId="f6b097006a7c1cdf" providerId="LiveId" clId="{4F16D320-5D25-46C2-AC69-FB01B86BB391}" dt="2025-06-10T13:45:59.754" v="0" actId="20577"/>
        <pc:sldMkLst>
          <pc:docMk/>
          <pc:sldMk cId="1999772322" sldId="264"/>
        </pc:sldMkLst>
        <pc:spChg chg="mod">
          <ac:chgData name="Praveen N" userId="f6b097006a7c1cdf" providerId="LiveId" clId="{4F16D320-5D25-46C2-AC69-FB01B86BB391}" dt="2025-06-10T13:45:59.754" v="0" actId="20577"/>
          <ac:spMkLst>
            <pc:docMk/>
            <pc:sldMk cId="1999772322" sldId="264"/>
            <ac:spMk id="3" creationId="{193ACDE2-DC67-7FDC-8B6A-63BEE813688A}"/>
          </ac:spMkLst>
        </pc:spChg>
      </pc:sldChg>
      <pc:sldChg chg="modSp">
        <pc:chgData name="Praveen N" userId="f6b097006a7c1cdf" providerId="LiveId" clId="{4F16D320-5D25-46C2-AC69-FB01B86BB391}" dt="2025-06-10T13:53:34.762" v="1"/>
        <pc:sldMkLst>
          <pc:docMk/>
          <pc:sldMk cId="2241413990" sldId="268"/>
        </pc:sldMkLst>
        <pc:spChg chg="mod">
          <ac:chgData name="Praveen N" userId="f6b097006a7c1cdf" providerId="LiveId" clId="{4F16D320-5D25-46C2-AC69-FB01B86BB391}" dt="2025-06-10T13:53:34.762" v="1"/>
          <ac:spMkLst>
            <pc:docMk/>
            <pc:sldMk cId="2241413990" sldId="268"/>
            <ac:spMk id="3" creationId="{193ACDE2-DC67-7FDC-8B6A-63BEE813688A}"/>
          </ac:spMkLst>
        </pc:spChg>
      </pc:sldChg>
      <pc:sldChg chg="modSp mod">
        <pc:chgData name="Praveen N" userId="f6b097006a7c1cdf" providerId="LiveId" clId="{4F16D320-5D25-46C2-AC69-FB01B86BB391}" dt="2025-06-10T13:56:58.831" v="5" actId="27636"/>
        <pc:sldMkLst>
          <pc:docMk/>
          <pc:sldMk cId="3942494991" sldId="287"/>
        </pc:sldMkLst>
        <pc:spChg chg="mod">
          <ac:chgData name="Praveen N" userId="f6b097006a7c1cdf" providerId="LiveId" clId="{4F16D320-5D25-46C2-AC69-FB01B86BB391}" dt="2025-06-10T13:56:58.831" v="5" actId="27636"/>
          <ac:spMkLst>
            <pc:docMk/>
            <pc:sldMk cId="3942494991" sldId="287"/>
            <ac:spMk id="3" creationId="{193ACDE2-DC67-7FDC-8B6A-63BEE813688A}"/>
          </ac:spMkLst>
        </pc:spChg>
      </pc:sldChg>
      <pc:sldChg chg="modSp mod">
        <pc:chgData name="Praveen N" userId="f6b097006a7c1cdf" providerId="LiveId" clId="{4F16D320-5D25-46C2-AC69-FB01B86BB391}" dt="2025-06-10T14:00:05.149" v="13" actId="27636"/>
        <pc:sldMkLst>
          <pc:docMk/>
          <pc:sldMk cId="362972535" sldId="298"/>
        </pc:sldMkLst>
        <pc:spChg chg="mod">
          <ac:chgData name="Praveen N" userId="f6b097006a7c1cdf" providerId="LiveId" clId="{4F16D320-5D25-46C2-AC69-FB01B86BB391}" dt="2025-06-10T14:00:05.149" v="13" actId="27636"/>
          <ac:spMkLst>
            <pc:docMk/>
            <pc:sldMk cId="362972535" sldId="298"/>
            <ac:spMk id="3" creationId="{193ACDE2-DC67-7FDC-8B6A-63BEE813688A}"/>
          </ac:spMkLst>
        </pc:spChg>
      </pc:sldChg>
      <pc:sldChg chg="modSp mod">
        <pc:chgData name="Praveen N" userId="f6b097006a7c1cdf" providerId="LiveId" clId="{4F16D320-5D25-46C2-AC69-FB01B86BB391}" dt="2025-06-10T14:19:56.984" v="187" actId="20577"/>
        <pc:sldMkLst>
          <pc:docMk/>
          <pc:sldMk cId="3987566909" sldId="302"/>
        </pc:sldMkLst>
        <pc:spChg chg="mod">
          <ac:chgData name="Praveen N" userId="f6b097006a7c1cdf" providerId="LiveId" clId="{4F16D320-5D25-46C2-AC69-FB01B86BB391}" dt="2025-06-10T14:19:56.984" v="187" actId="20577"/>
          <ac:spMkLst>
            <pc:docMk/>
            <pc:sldMk cId="3987566909" sldId="302"/>
            <ac:spMk id="3" creationId="{193ACDE2-DC67-7FDC-8B6A-63BEE813688A}"/>
          </ac:spMkLst>
        </pc:spChg>
      </pc:sldChg>
      <pc:sldChg chg="modSp mod">
        <pc:chgData name="Praveen N" userId="f6b097006a7c1cdf" providerId="LiveId" clId="{4F16D320-5D25-46C2-AC69-FB01B86BB391}" dt="2025-06-10T14:27:16.175" v="196"/>
        <pc:sldMkLst>
          <pc:docMk/>
          <pc:sldMk cId="3841243960" sldId="305"/>
        </pc:sldMkLst>
        <pc:spChg chg="mod">
          <ac:chgData name="Praveen N" userId="f6b097006a7c1cdf" providerId="LiveId" clId="{4F16D320-5D25-46C2-AC69-FB01B86BB391}" dt="2025-06-10T14:27:16.175" v="196"/>
          <ac:spMkLst>
            <pc:docMk/>
            <pc:sldMk cId="3841243960" sldId="305"/>
            <ac:spMk id="3" creationId="{193ACDE2-DC67-7FDC-8B6A-63BEE813688A}"/>
          </ac:spMkLst>
        </pc:spChg>
      </pc:sldChg>
    </pc:docChg>
  </pc:docChgLst>
  <pc:docChgLst>
    <pc:chgData name="Praveen N" userId="f6b097006a7c1cdf" providerId="LiveId" clId="{CF546F92-16B8-450A-8DA6-43C56056C5CF}"/>
    <pc:docChg chg="undo custSel addSld delSld modSld sldOrd">
      <pc:chgData name="Praveen N" userId="f6b097006a7c1cdf" providerId="LiveId" clId="{CF546F92-16B8-450A-8DA6-43C56056C5CF}" dt="2023-09-05T04:40:26.130" v="127"/>
      <pc:docMkLst>
        <pc:docMk/>
      </pc:docMkLst>
      <pc:sldChg chg="modSp mod">
        <pc:chgData name="Praveen N" userId="f6b097006a7c1cdf" providerId="LiveId" clId="{CF546F92-16B8-450A-8DA6-43C56056C5CF}" dt="2023-09-04T03:39:43.726" v="106" actId="20577"/>
        <pc:sldMkLst>
          <pc:docMk/>
          <pc:sldMk cId="3991534838" sldId="259"/>
        </pc:sldMkLst>
      </pc:sldChg>
      <pc:sldChg chg="modSp mod">
        <pc:chgData name="Praveen N" userId="f6b097006a7c1cdf" providerId="LiveId" clId="{CF546F92-16B8-450A-8DA6-43C56056C5CF}" dt="2023-08-22T04:06:59.382" v="9" actId="27636"/>
        <pc:sldMkLst>
          <pc:docMk/>
          <pc:sldMk cId="2955347978" sldId="263"/>
        </pc:sldMkLst>
      </pc:sldChg>
      <pc:sldChg chg="ord">
        <pc:chgData name="Praveen N" userId="f6b097006a7c1cdf" providerId="LiveId" clId="{CF546F92-16B8-450A-8DA6-43C56056C5CF}" dt="2023-09-01T03:39:59.528" v="91"/>
        <pc:sldMkLst>
          <pc:docMk/>
          <pc:sldMk cId="1804792085" sldId="280"/>
        </pc:sldMkLst>
      </pc:sldChg>
      <pc:sldChg chg="modSp mod">
        <pc:chgData name="Praveen N" userId="f6b097006a7c1cdf" providerId="LiveId" clId="{CF546F92-16B8-450A-8DA6-43C56056C5CF}" dt="2023-09-04T03:26:46.067" v="96" actId="20577"/>
        <pc:sldMkLst>
          <pc:docMk/>
          <pc:sldMk cId="1470519493" sldId="293"/>
        </pc:sldMkLst>
      </pc:sldChg>
      <pc:sldChg chg="ord">
        <pc:chgData name="Praveen N" userId="f6b097006a7c1cdf" providerId="LiveId" clId="{CF546F92-16B8-450A-8DA6-43C56056C5CF}" dt="2023-08-25T03:05:19.385" v="13"/>
        <pc:sldMkLst>
          <pc:docMk/>
          <pc:sldMk cId="3213575078" sldId="303"/>
        </pc:sldMkLst>
      </pc:sldChg>
      <pc:sldChg chg="modSp add del mod">
        <pc:chgData name="Praveen N" userId="f6b097006a7c1cdf" providerId="LiveId" clId="{CF546F92-16B8-450A-8DA6-43C56056C5CF}" dt="2023-09-05T04:35:44.874" v="107" actId="47"/>
        <pc:sldMkLst>
          <pc:docMk/>
          <pc:sldMk cId="4131447840" sldId="304"/>
        </pc:sldMkLst>
      </pc:sldChg>
      <pc:sldChg chg="ord">
        <pc:chgData name="Praveen N" userId="f6b097006a7c1cdf" providerId="LiveId" clId="{CF546F92-16B8-450A-8DA6-43C56056C5CF}" dt="2023-08-24T10:44:40.742" v="11"/>
        <pc:sldMkLst>
          <pc:docMk/>
          <pc:sldMk cId="3841243960" sldId="305"/>
        </pc:sldMkLst>
      </pc:sldChg>
      <pc:sldChg chg="modSp add mod">
        <pc:chgData name="Praveen N" userId="f6b097006a7c1cdf" providerId="LiveId" clId="{CF546F92-16B8-450A-8DA6-43C56056C5CF}" dt="2023-08-25T04:36:30.133" v="89" actId="27636"/>
        <pc:sldMkLst>
          <pc:docMk/>
          <pc:sldMk cId="1272826388" sldId="306"/>
        </pc:sldMkLst>
      </pc:sldChg>
      <pc:sldChg chg="modSp add mod">
        <pc:chgData name="Praveen N" userId="f6b097006a7c1cdf" providerId="LiveId" clId="{CF546F92-16B8-450A-8DA6-43C56056C5CF}" dt="2023-09-05T04:40:26.130" v="127"/>
        <pc:sldMkLst>
          <pc:docMk/>
          <pc:sldMk cId="1088298876" sldId="307"/>
        </pc:sldMkLst>
      </pc:sldChg>
    </pc:docChg>
  </pc:docChgLst>
  <pc:docChgLst>
    <pc:chgData name="Praveen N" userId="f6b097006a7c1cdf" providerId="LiveId" clId="{56AF2184-7529-45FF-B34A-404B14DB3935}"/>
    <pc:docChg chg="undo custSel addSld delSld modSld sldOrd">
      <pc:chgData name="Praveen N" userId="f6b097006a7c1cdf" providerId="LiveId" clId="{56AF2184-7529-45FF-B34A-404B14DB3935}" dt="2024-11-14T14:52:30.607" v="34" actId="20577"/>
      <pc:docMkLst>
        <pc:docMk/>
      </pc:docMkLst>
      <pc:sldChg chg="modSp mod">
        <pc:chgData name="Praveen N" userId="f6b097006a7c1cdf" providerId="LiveId" clId="{56AF2184-7529-45FF-B34A-404B14DB3935}" dt="2024-11-14T09:41:15.247" v="15" actId="20577"/>
        <pc:sldMkLst>
          <pc:docMk/>
          <pc:sldMk cId="3727038899" sldId="260"/>
        </pc:sldMkLst>
      </pc:sldChg>
      <pc:sldChg chg="ord">
        <pc:chgData name="Praveen N" userId="f6b097006a7c1cdf" providerId="LiveId" clId="{56AF2184-7529-45FF-B34A-404B14DB3935}" dt="2024-11-14T09:30:04.629" v="8"/>
        <pc:sldMkLst>
          <pc:docMk/>
          <pc:sldMk cId="3911302727" sldId="261"/>
        </pc:sldMkLst>
      </pc:sldChg>
      <pc:sldChg chg="modSp mod ord">
        <pc:chgData name="Praveen N" userId="f6b097006a7c1cdf" providerId="LiveId" clId="{56AF2184-7529-45FF-B34A-404B14DB3935}" dt="2024-11-14T14:52:30.607" v="34" actId="20577"/>
        <pc:sldMkLst>
          <pc:docMk/>
          <pc:sldMk cId="2990001622" sldId="262"/>
        </pc:sldMkLst>
      </pc:sldChg>
      <pc:sldChg chg="modSp add del mod ord">
        <pc:chgData name="Praveen N" userId="f6b097006a7c1cdf" providerId="LiveId" clId="{56AF2184-7529-45FF-B34A-404B14DB3935}" dt="2024-11-14T09:44:57.747" v="18" actId="27636"/>
        <pc:sldMkLst>
          <pc:docMk/>
          <pc:sldMk cId="2955347978" sldId="263"/>
        </pc:sldMkLst>
      </pc:sldChg>
      <pc:sldChg chg="modSp mod">
        <pc:chgData name="Praveen N" userId="f6b097006a7c1cdf" providerId="LiveId" clId="{56AF2184-7529-45FF-B34A-404B14DB3935}" dt="2024-11-11T07:23:52.605" v="3" actId="27636"/>
        <pc:sldMkLst>
          <pc:docMk/>
          <pc:sldMk cId="1999772322" sldId="264"/>
        </pc:sldMkLst>
      </pc:sldChg>
      <pc:sldChg chg="modSp mod">
        <pc:chgData name="Praveen N" userId="f6b097006a7c1cdf" providerId="LiveId" clId="{56AF2184-7529-45FF-B34A-404B14DB3935}" dt="2024-11-14T06:18:56.412" v="4" actId="948"/>
        <pc:sldMkLst>
          <pc:docMk/>
          <pc:sldMk cId="1272826388" sldId="30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6/10/2025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6/10/2025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6/10/2025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6/10/2025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6/10/2025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6/10/2025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6/10/2025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6/10/2025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sql.com/download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2424" y="639097"/>
            <a:ext cx="7840647" cy="3686015"/>
          </a:xfrm>
        </p:spPr>
        <p:txBody>
          <a:bodyPr>
            <a:normAutofit/>
          </a:bodyPr>
          <a:lstStyle/>
          <a:p>
            <a:r>
              <a:rPr lang="en-US" sz="7200" dirty="0"/>
              <a:t>MySQL Tutorial for Beginners</a:t>
            </a:r>
            <a:r>
              <a:rPr lang="en-US" sz="4000" dirty="0"/>
              <a:t> 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5036" y="4623164"/>
            <a:ext cx="6987100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Praveen Nair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F44B07-BB66-E056-4C6C-8F45F1A0EFA4}"/>
              </a:ext>
            </a:extLst>
          </p:cNvPr>
          <p:cNvSpPr/>
          <p:nvPr/>
        </p:nvSpPr>
        <p:spPr>
          <a:xfrm rot="16200000">
            <a:off x="-1694323" y="1694317"/>
            <a:ext cx="6857991" cy="3469343"/>
          </a:xfrm>
          <a:prstGeom prst="rect">
            <a:avLst/>
          </a:prstGeom>
          <a:solidFill>
            <a:srgbClr val="6E426B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MySQL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3917578" y="4431323"/>
            <a:ext cx="6987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519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MySQL 8.1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altLang="en-US" sz="2400" dirty="0">
                <a:ea typeface="ＭＳ Ｐゴシック" panose="020B0600070205080204" pitchFamily="34" charset="-128"/>
              </a:rPr>
              <a:t>MySQL is a </a:t>
            </a:r>
            <a:r>
              <a:rPr lang="en-US" altLang="en-US" sz="2400" dirty="0">
                <a:ea typeface="ＭＳ Ｐゴシック" panose="020B0600070205080204" pitchFamily="34" charset="-128"/>
              </a:rPr>
              <a:t>relational database that stores data like products, categories and customers using tables. A table contains columns and rows. It is like a spreadsheet.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A table may relate to another table using a relationship. For example: one-to-one and one-to-many relationships.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MySQL was created by a Swedish company, MySQL AB and first release was on 23 May 1995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In January 2008, Sun Microsystems bought MySQL AB for $1 billion.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In April 2009, Oracle Corporation entered into an agreement to purchase Sun Microsystems.</a:t>
            </a:r>
            <a:endParaRPr lang="en-IN" altLang="en-US" sz="2400" dirty="0">
              <a:ea typeface="ＭＳ Ｐゴシック" panose="020B0600070205080204" pitchFamily="34" charset="-128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endParaRPr lang="en-US" altLang="en-US" sz="2400" b="0" dirty="0">
              <a:ea typeface="ＭＳ Ｐゴシック" panose="020B0600070205080204" pitchFamily="34" charset="-128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1534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AutoNum type="arabicPeriod"/>
            </a:pPr>
            <a:r>
              <a:rPr lang="en-IN" altLang="en-US" sz="2400" dirty="0">
                <a:ea typeface="ＭＳ Ｐゴシック" panose="020B0600070205080204" pitchFamily="34" charset="-128"/>
              </a:rPr>
              <a:t>Visit </a:t>
            </a:r>
            <a:r>
              <a:rPr lang="en-IN" altLang="en-US" sz="2400" dirty="0">
                <a:ea typeface="ＭＳ Ｐゴシック" panose="020B0600070205080204" pitchFamily="34" charset="-128"/>
                <a:hlinkClick r:id="rId2"/>
              </a:rPr>
              <a:t>https://www.mysql.com/downloads/</a:t>
            </a:r>
            <a:endParaRPr lang="en-IN" altLang="en-US" sz="2400" dirty="0">
              <a:ea typeface="ＭＳ Ｐゴシック" panose="020B0600070205080204" pitchFamily="34" charset="-128"/>
            </a:endParaRPr>
          </a:p>
          <a:p>
            <a:pPr marL="457200" indent="-457200">
              <a:lnSpc>
                <a:spcPct val="90000"/>
              </a:lnSpc>
              <a:buAutoNum type="arabicPeriod"/>
            </a:pPr>
            <a:r>
              <a:rPr lang="en-IN" altLang="en-US" sz="2400" dirty="0" err="1">
                <a:ea typeface="ＭＳ Ｐゴシック" panose="020B0600070205080204" pitchFamily="34" charset="-128"/>
              </a:rPr>
              <a:t>Dowload</a:t>
            </a:r>
            <a:r>
              <a:rPr lang="en-IN" altLang="en-US" sz="2400" dirty="0">
                <a:ea typeface="ＭＳ Ｐゴシック" panose="020B0600070205080204" pitchFamily="34" charset="-128"/>
              </a:rPr>
              <a:t> MySQL Installer</a:t>
            </a:r>
          </a:p>
          <a:p>
            <a:pPr marL="457200" indent="-457200">
              <a:lnSpc>
                <a:spcPct val="90000"/>
              </a:lnSpc>
              <a:buAutoNum type="arabicPeriod"/>
            </a:pPr>
            <a:r>
              <a:rPr lang="en-US" altLang="en-US" sz="2400" dirty="0">
                <a:ea typeface="ＭＳ Ｐゴシック" panose="020B0600070205080204" pitchFamily="34" charset="-128"/>
              </a:rPr>
              <a:t>Connect to MySQL Using </a:t>
            </a:r>
            <a:r>
              <a:rPr lang="en-US" altLang="en-US" sz="2400" dirty="0" err="1">
                <a:ea typeface="ＭＳ Ｐゴシック" panose="020B0600070205080204" pitchFamily="34" charset="-128"/>
              </a:rPr>
              <a:t>mysql</a:t>
            </a:r>
            <a:r>
              <a:rPr lang="en-US" altLang="en-US" sz="2400" dirty="0">
                <a:ea typeface="ＭＳ Ｐゴシック" panose="020B0600070205080204" pitchFamily="34" charset="-128"/>
              </a:rPr>
              <a:t> command-line client</a:t>
            </a:r>
          </a:p>
          <a:p>
            <a:pPr marL="457200" indent="-457200">
              <a:lnSpc>
                <a:spcPct val="90000"/>
              </a:lnSpc>
              <a:buAutoNum type="arabicPeriod"/>
            </a:pPr>
            <a:r>
              <a:rPr lang="en-IN" altLang="en-US" sz="2400" dirty="0">
                <a:ea typeface="ＭＳ Ｐゴシック" panose="020B0600070205080204" pitchFamily="34" charset="-128"/>
              </a:rPr>
              <a:t>Download sample database </a:t>
            </a:r>
            <a:r>
              <a:rPr lang="en-IN" altLang="en-US" sz="2400" dirty="0" err="1">
                <a:ea typeface="ＭＳ Ｐゴシック" panose="020B0600070205080204" pitchFamily="34" charset="-128"/>
              </a:rPr>
              <a:t>classicmodels</a:t>
            </a:r>
            <a:endParaRPr lang="en-IN" altLang="en-US" sz="2400" dirty="0">
              <a:ea typeface="ＭＳ Ｐゴシック" panose="020B0600070205080204" pitchFamily="34" charset="-128"/>
            </a:endParaRPr>
          </a:p>
          <a:p>
            <a:pPr marL="457200" indent="-457200">
              <a:lnSpc>
                <a:spcPct val="90000"/>
              </a:lnSpc>
              <a:buAutoNum type="arabicPeriod"/>
            </a:pPr>
            <a:r>
              <a:rPr lang="en-IN" altLang="en-US" sz="2400" dirty="0" err="1">
                <a:ea typeface="ＭＳ Ｐゴシック" panose="020B0600070205080204" pitchFamily="34" charset="-128"/>
              </a:rPr>
              <a:t>mysql</a:t>
            </a:r>
            <a:r>
              <a:rPr lang="en-IN" altLang="en-US" sz="2400" dirty="0">
                <a:ea typeface="ＭＳ Ｐゴシック" panose="020B0600070205080204" pitchFamily="34" charset="-128"/>
              </a:rPr>
              <a:t>&gt; source c:\download\mysqlsampledatabase.sql</a:t>
            </a:r>
          </a:p>
          <a:p>
            <a:pPr marL="457200" indent="-457200">
              <a:lnSpc>
                <a:spcPct val="90000"/>
              </a:lnSpc>
              <a:buAutoNum type="arabicPeriod"/>
            </a:pPr>
            <a:r>
              <a:rPr lang="en-IN" altLang="en-US" sz="2400" dirty="0">
                <a:ea typeface="ＭＳ Ｐゴシック" panose="020B0600070205080204" pitchFamily="34" charset="-128"/>
              </a:rPr>
              <a:t>show databases</a:t>
            </a:r>
          </a:p>
          <a:p>
            <a:pPr marL="457200" indent="-457200">
              <a:lnSpc>
                <a:spcPct val="90000"/>
              </a:lnSpc>
              <a:buAutoNum type="arabicPeriod"/>
            </a:pPr>
            <a:r>
              <a:rPr lang="en-IN" altLang="en-US" sz="2400" dirty="0">
                <a:ea typeface="ＭＳ Ｐゴシック" panose="020B0600070205080204" pitchFamily="34" charset="-128"/>
              </a:rPr>
              <a:t>use </a:t>
            </a:r>
            <a:r>
              <a:rPr lang="en-IN" altLang="en-US" sz="2400" dirty="0" err="1">
                <a:ea typeface="ＭＳ Ｐゴシック" panose="020B0600070205080204" pitchFamily="34" charset="-128"/>
              </a:rPr>
              <a:t>classicmodels</a:t>
            </a:r>
            <a:endParaRPr lang="en-IN" altLang="en-US" sz="2400" dirty="0">
              <a:ea typeface="ＭＳ Ｐゴシック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endParaRPr lang="en-IN" altLang="en-US" sz="2400" dirty="0">
              <a:ea typeface="ＭＳ Ｐゴシック" panose="020B0600070205080204" pitchFamily="34" charset="-128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endParaRPr lang="en-US" altLang="en-US" sz="2400" b="0" dirty="0">
              <a:ea typeface="ＭＳ Ｐゴシック" panose="020B0600070205080204" pitchFamily="34" charset="-128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7038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Querying and Sorting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US" sz="2400" dirty="0">
                <a:ea typeface="ＭＳ Ｐゴシック" panose="020B0600070205080204" pitchFamily="34" charset="-128"/>
              </a:rPr>
              <a:t>s</a:t>
            </a:r>
            <a:r>
              <a:rPr lang="en-US" altLang="en-US" sz="2400" b="0" dirty="0">
                <a:ea typeface="ＭＳ Ｐゴシック" panose="020B0600070205080204" pitchFamily="34" charset="-128"/>
              </a:rPr>
              <a:t>how databases;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US" sz="2400" b="0" dirty="0">
                <a:ea typeface="ＭＳ Ｐゴシック" panose="020B0600070205080204" pitchFamily="34" charset="-128"/>
              </a:rPr>
              <a:t>System </a:t>
            </a:r>
            <a:r>
              <a:rPr lang="en-US" altLang="en-US" sz="2400" b="0" dirty="0" err="1">
                <a:ea typeface="ＭＳ Ｐゴシック" panose="020B0600070205080204" pitchFamily="34" charset="-128"/>
              </a:rPr>
              <a:t>cls</a:t>
            </a:r>
            <a:r>
              <a:rPr lang="en-US" altLang="en-US" sz="2400" b="0" dirty="0">
                <a:ea typeface="ＭＳ Ｐゴシック" panose="020B0600070205080204" pitchFamily="34" charset="-128"/>
              </a:rPr>
              <a:t>;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US" sz="2400" dirty="0">
                <a:ea typeface="ＭＳ Ｐゴシック" panose="020B0600070205080204" pitchFamily="34" charset="-128"/>
              </a:rPr>
              <a:t>use </a:t>
            </a:r>
            <a:r>
              <a:rPr lang="en-US" altLang="en-US" sz="2400" dirty="0" err="1">
                <a:ea typeface="ＭＳ Ｐゴシック" panose="020B0600070205080204" pitchFamily="34" charset="-128"/>
              </a:rPr>
              <a:t>classicmodels</a:t>
            </a:r>
            <a:r>
              <a:rPr lang="en-US" altLang="en-US" sz="2400" dirty="0">
                <a:ea typeface="ＭＳ Ｐゴシック" panose="020B0600070205080204" pitchFamily="34" charset="-128"/>
              </a:rPr>
              <a:t>;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US" sz="2400" dirty="0">
                <a:ea typeface="ＭＳ Ｐゴシック" panose="020B0600070205080204" pitchFamily="34" charset="-128"/>
              </a:rPr>
              <a:t>s</a:t>
            </a:r>
            <a:r>
              <a:rPr lang="en-US" altLang="en-US" sz="2400" b="0" dirty="0">
                <a:ea typeface="ＭＳ Ｐゴシック" panose="020B0600070205080204" pitchFamily="34" charset="-128"/>
              </a:rPr>
              <a:t>how tables;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US" sz="2400" dirty="0">
                <a:ea typeface="ＭＳ Ｐゴシック" panose="020B0600070205080204" pitchFamily="34" charset="-128"/>
              </a:rPr>
              <a:t>d</a:t>
            </a:r>
            <a:r>
              <a:rPr lang="en-US" altLang="en-US" sz="2400" b="0" dirty="0">
                <a:ea typeface="ＭＳ Ｐゴシック" panose="020B0600070205080204" pitchFamily="34" charset="-128"/>
              </a:rPr>
              <a:t>esc customers;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US" sz="2400" b="0" dirty="0">
                <a:ea typeface="ＭＳ Ｐゴシック" panose="020B0600070205080204" pitchFamily="34" charset="-128"/>
              </a:rPr>
              <a:t>select * from customers;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US" sz="2400" b="0" dirty="0">
                <a:ea typeface="ＭＳ Ｐゴシック" panose="020B0600070205080204" pitchFamily="34" charset="-128"/>
              </a:rPr>
              <a:t>select </a:t>
            </a:r>
            <a:r>
              <a:rPr lang="en-US" altLang="en-US" sz="2400" b="0" dirty="0" err="1">
                <a:ea typeface="ＭＳ Ｐゴシック" panose="020B0600070205080204" pitchFamily="34" charset="-128"/>
              </a:rPr>
              <a:t>CustomerName</a:t>
            </a:r>
            <a:r>
              <a:rPr lang="en-US" altLang="en-US" sz="2400" b="0" dirty="0">
                <a:ea typeface="ＭＳ Ｐゴシック" panose="020B0600070205080204" pitchFamily="34" charset="-128"/>
              </a:rPr>
              <a:t>, City, Country from Customers;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US" sz="2400" b="0" dirty="0">
                <a:ea typeface="ＭＳ Ｐゴシック" panose="020B0600070205080204" pitchFamily="34" charset="-128"/>
              </a:rPr>
              <a:t>select distinct country from customers;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US" sz="2400" b="0" dirty="0">
                <a:ea typeface="ＭＳ Ｐゴシック" panose="020B0600070205080204" pitchFamily="34" charset="-128"/>
              </a:rPr>
              <a:t>select count(country) from customers;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US" sz="2400" b="0" dirty="0">
                <a:ea typeface="ＭＳ Ｐゴシック" panose="020B0600070205080204" pitchFamily="34" charset="-128"/>
              </a:rPr>
              <a:t>select count(distinct country) from customers;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ea typeface="ＭＳ Ｐゴシック" panose="020B0600070205080204" pitchFamily="34" charset="-128"/>
              </a:rPr>
              <a:t>select </a:t>
            </a:r>
            <a:r>
              <a:rPr lang="en-US" sz="2400" dirty="0" err="1">
                <a:ea typeface="ＭＳ Ｐゴシック" panose="020B0600070205080204" pitchFamily="34" charset="-128"/>
              </a:rPr>
              <a:t>customername,creditlimit</a:t>
            </a:r>
            <a:r>
              <a:rPr lang="en-US" sz="2400" dirty="0">
                <a:ea typeface="ＭＳ Ｐゴシック" panose="020B0600070205080204" pitchFamily="34" charset="-128"/>
              </a:rPr>
              <a:t> from customers order by </a:t>
            </a:r>
            <a:r>
              <a:rPr lang="en-US" sz="2400" dirty="0" err="1">
                <a:ea typeface="ＭＳ Ｐゴシック" panose="020B0600070205080204" pitchFamily="34" charset="-128"/>
              </a:rPr>
              <a:t>creditlimit</a:t>
            </a:r>
            <a:r>
              <a:rPr lang="en-US" sz="2400" dirty="0">
                <a:ea typeface="ＭＳ Ｐゴシック" panose="020B0600070205080204" pitchFamily="34" charset="-128"/>
              </a:rPr>
              <a:t> desc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ea typeface="ＭＳ Ｐゴシック" panose="020B0600070205080204" pitchFamily="34" charset="-128"/>
              </a:rPr>
              <a:t>select </a:t>
            </a:r>
            <a:r>
              <a:rPr lang="en-US" sz="2400" dirty="0" err="1">
                <a:ea typeface="ＭＳ Ｐゴシック" panose="020B0600070205080204" pitchFamily="34" charset="-128"/>
              </a:rPr>
              <a:t>customername,country,creditlimit</a:t>
            </a:r>
            <a:r>
              <a:rPr lang="en-US" sz="2400" dirty="0">
                <a:ea typeface="ＭＳ Ｐゴシック" panose="020B0600070205080204" pitchFamily="34" charset="-128"/>
              </a:rPr>
              <a:t> from customers order by </a:t>
            </a:r>
            <a:r>
              <a:rPr lang="en-US" sz="2400" dirty="0" err="1">
                <a:ea typeface="ＭＳ Ｐゴシック" panose="020B0600070205080204" pitchFamily="34" charset="-128"/>
              </a:rPr>
              <a:t>country,creditlimit</a:t>
            </a:r>
            <a:r>
              <a:rPr lang="en-US" sz="2400" dirty="0">
                <a:ea typeface="ＭＳ Ｐゴシック" panose="020B0600070205080204" pitchFamily="34" charset="-128"/>
              </a:rPr>
              <a:t>;</a:t>
            </a:r>
            <a:endParaRPr lang="en-IN" sz="2400" dirty="0">
              <a:ea typeface="ＭＳ Ｐゴシック" panose="020B0600070205080204" pitchFamily="34" charset="-128"/>
            </a:endParaRP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altLang="en-US" sz="2400" b="0" dirty="0">
              <a:ea typeface="ＭＳ Ｐゴシック" panose="020B0600070205080204" pitchFamily="34" charset="-128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0001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Filtering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= &gt; &lt; &gt;= &lt;= &lt;&gt; BETWEEN LIKE IN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select * from customers where country = 'USA’</a:t>
            </a:r>
            <a:br>
              <a:rPr lang="en-US" dirty="0"/>
            </a:br>
            <a:r>
              <a:rPr lang="en-US" dirty="0"/>
              <a:t>select </a:t>
            </a:r>
            <a:r>
              <a:rPr lang="en-US" dirty="0" err="1"/>
              <a:t>CustomerName,City,Country</a:t>
            </a:r>
            <a:r>
              <a:rPr lang="en-US" dirty="0"/>
              <a:t> from customers 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where country != 'USA'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select </a:t>
            </a:r>
            <a:r>
              <a:rPr lang="en-US" dirty="0" err="1"/>
              <a:t>CustomerName,City,Country</a:t>
            </a:r>
            <a:r>
              <a:rPr lang="en-US" dirty="0"/>
              <a:t> from customers where country in ('USA','UK’)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select </a:t>
            </a:r>
            <a:r>
              <a:rPr lang="en-US" dirty="0" err="1"/>
              <a:t>CustomerName,City,Country</a:t>
            </a:r>
            <a:r>
              <a:rPr lang="en-US" dirty="0"/>
              <a:t> from customers where country not in ('USA','UK')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select * from payments where amount &gt; 1000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select </a:t>
            </a:r>
            <a:r>
              <a:rPr lang="en-US" dirty="0" err="1"/>
              <a:t>CustomerName,city</a:t>
            </a:r>
            <a:r>
              <a:rPr lang="en-US" dirty="0"/>
              <a:t> from customers where </a:t>
            </a:r>
            <a:r>
              <a:rPr lang="en-US" dirty="0" err="1"/>
              <a:t>CustomerName</a:t>
            </a:r>
            <a:r>
              <a:rPr lang="en-US" dirty="0"/>
              <a:t> like '%Ltd%’;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 select </a:t>
            </a:r>
            <a:r>
              <a:rPr lang="en-US" dirty="0" err="1"/>
              <a:t>customername,country,creditlimit</a:t>
            </a:r>
            <a:r>
              <a:rPr lang="en-US" dirty="0"/>
              <a:t> from customers where country like '___tr%';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 select </a:t>
            </a:r>
            <a:r>
              <a:rPr lang="en-US" dirty="0" err="1"/>
              <a:t>customername,city,state,country</a:t>
            </a:r>
            <a:r>
              <a:rPr lang="en-US" dirty="0"/>
              <a:t> from customers limit 10 offset 2;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select </a:t>
            </a:r>
            <a:r>
              <a:rPr lang="en-US" dirty="0" err="1"/>
              <a:t>customername,city,state,country</a:t>
            </a:r>
            <a:r>
              <a:rPr lang="en-US" dirty="0"/>
              <a:t> from customers limit 2,10;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select </a:t>
            </a:r>
            <a:r>
              <a:rPr lang="en-US" dirty="0" err="1"/>
              <a:t>customername,creditlimit</a:t>
            </a:r>
            <a:r>
              <a:rPr lang="en-US" dirty="0"/>
              <a:t> from customers order by </a:t>
            </a:r>
            <a:r>
              <a:rPr lang="en-US" dirty="0" err="1"/>
              <a:t>creditlimit</a:t>
            </a:r>
            <a:r>
              <a:rPr lang="en-US" dirty="0"/>
              <a:t> desc limit 3;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select </a:t>
            </a:r>
            <a:r>
              <a:rPr lang="en-US" dirty="0" err="1"/>
              <a:t>CustomerName,City,Country</a:t>
            </a:r>
            <a:r>
              <a:rPr lang="en-US" dirty="0"/>
              <a:t> from customers where country = 'USA' or country = 'UK';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select </a:t>
            </a:r>
            <a:r>
              <a:rPr lang="en-US" dirty="0" err="1"/>
              <a:t>CustomerName,City,Country,creditlimit</a:t>
            </a:r>
            <a:r>
              <a:rPr lang="en-US" dirty="0"/>
              <a:t> from customers where country = 'USA' and </a:t>
            </a:r>
            <a:r>
              <a:rPr lang="en-US" dirty="0" err="1"/>
              <a:t>creditlimit</a:t>
            </a:r>
            <a:r>
              <a:rPr lang="en-US" dirty="0"/>
              <a:t> &gt; 100000;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select </a:t>
            </a:r>
            <a:r>
              <a:rPr lang="en-US" dirty="0" err="1"/>
              <a:t>CustomerName,City,Country,creditlimit</a:t>
            </a:r>
            <a:r>
              <a:rPr lang="en-US" dirty="0"/>
              <a:t> from customers where not country = 'USA’;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select customername,addressline1,addressline2 from customers where addressline2 is null;</a:t>
            </a:r>
          </a:p>
        </p:txBody>
      </p:sp>
    </p:spTree>
    <p:extLst>
      <p:ext uri="{BB962C8B-B14F-4D97-AF65-F5344CB8AC3E}">
        <p14:creationId xmlns:p14="http://schemas.microsoft.com/office/powerpoint/2010/main" val="2955347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Database and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create database </a:t>
            </a:r>
            <a:r>
              <a:rPr lang="en-IN" dirty="0" err="1"/>
              <a:t>besant</a:t>
            </a: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use </a:t>
            </a:r>
            <a:r>
              <a:rPr lang="en-IN" dirty="0" err="1"/>
              <a:t>besant</a:t>
            </a: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-----------------------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create table students(id </a:t>
            </a:r>
            <a:r>
              <a:rPr lang="en-IN" dirty="0" err="1"/>
              <a:t>int,name</a:t>
            </a:r>
            <a:r>
              <a:rPr lang="en-IN" dirty="0"/>
              <a:t> varchar(100),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email varchar(100));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show tables;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 err="1"/>
              <a:t>desc</a:t>
            </a:r>
            <a:r>
              <a:rPr lang="en-IN" dirty="0"/>
              <a:t> students;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------------------------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select * from students;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insert into students(</a:t>
            </a:r>
            <a:r>
              <a:rPr lang="en-IN" dirty="0" err="1"/>
              <a:t>id,name,email</a:t>
            </a:r>
            <a:r>
              <a:rPr lang="en-IN" dirty="0"/>
              <a:t>)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values(1,'Vinod','vinod@gmail.com')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select * from students;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--------------------------------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set </a:t>
            </a:r>
            <a:r>
              <a:rPr lang="en-IN" dirty="0" err="1"/>
              <a:t>sql_safe_updates</a:t>
            </a:r>
            <a:r>
              <a:rPr lang="en-IN" dirty="0"/>
              <a:t> = 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update students set email='vinod@hotmail.com'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where id=1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--------------------------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select * from students;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insert into students(</a:t>
            </a:r>
            <a:r>
              <a:rPr lang="en-IN" dirty="0" err="1"/>
              <a:t>id,name,email</a:t>
            </a:r>
            <a:r>
              <a:rPr lang="en-IN" dirty="0"/>
              <a:t>)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values(2,'Sebastian','sebastian@gmail.com')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select * from students;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-------------------------------------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delete from students where id=2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select * from students;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------------------------------------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create table result(id </a:t>
            </a:r>
            <a:r>
              <a:rPr lang="en-IN" dirty="0" err="1"/>
              <a:t>int,score</a:t>
            </a:r>
            <a:r>
              <a:rPr lang="en-IN" dirty="0"/>
              <a:t> int)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select * from result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------------------------------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insert into result(</a:t>
            </a:r>
            <a:r>
              <a:rPr lang="en-IN" dirty="0" err="1"/>
              <a:t>id,score</a:t>
            </a:r>
            <a:r>
              <a:rPr lang="en-IN" dirty="0"/>
              <a:t>) values(1,90)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select * from result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--------------------------------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select </a:t>
            </a:r>
            <a:r>
              <a:rPr lang="en-IN" dirty="0" err="1"/>
              <a:t>s.id,name,email,score</a:t>
            </a: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from students s inner join result 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on s.id = r.id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--------------------------------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select </a:t>
            </a:r>
            <a:r>
              <a:rPr lang="en-IN" dirty="0" err="1"/>
              <a:t>s.id,name,email,score</a:t>
            </a: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from students s left join result 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on s.id = r.id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-------------------------------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select </a:t>
            </a:r>
            <a:r>
              <a:rPr lang="en-IN" dirty="0" err="1"/>
              <a:t>s.id,name,email,score</a:t>
            </a: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from result r right join students 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on s.id = r.id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-----------------------------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alter table students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add city varchar(100)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select * from students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----------------------------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update students set city='Chennai'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where id=1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select * from students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-------------------------------------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insert into students(</a:t>
            </a:r>
            <a:r>
              <a:rPr lang="en-IN" dirty="0" err="1"/>
              <a:t>id,name,email,city</a:t>
            </a:r>
            <a:r>
              <a:rPr lang="en-IN" dirty="0"/>
              <a:t>)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values(3,'Jomesh','jomesh@gmail.com','Chennai')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select * from students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------------------------------------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select </a:t>
            </a:r>
            <a:r>
              <a:rPr lang="en-IN" dirty="0" err="1"/>
              <a:t>city,count</a:t>
            </a:r>
            <a:r>
              <a:rPr lang="en-IN" dirty="0"/>
              <a:t>(id)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from students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group by city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----------------------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---------------------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create view </a:t>
            </a:r>
            <a:r>
              <a:rPr lang="en-IN" dirty="0" err="1"/>
              <a:t>studentresult</a:t>
            </a:r>
            <a:r>
              <a:rPr lang="en-IN" dirty="0"/>
              <a:t> as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select </a:t>
            </a:r>
            <a:r>
              <a:rPr lang="en-IN" dirty="0" err="1"/>
              <a:t>s.id,name,email,score</a:t>
            </a: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from students s left join result 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on s.id = r.id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select * from </a:t>
            </a:r>
            <a:r>
              <a:rPr lang="en-IN" dirty="0" err="1"/>
              <a:t>studentresult</a:t>
            </a: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------------------------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drop table result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drop table students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drop database </a:t>
            </a:r>
            <a:r>
              <a:rPr lang="en-IN" dirty="0" err="1"/>
              <a:t>besant</a:t>
            </a: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2826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(Structured Query Language)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400" dirty="0">
                <a:ea typeface="ＭＳ Ｐゴシック" panose="020B0600070205080204" pitchFamily="34" charset="-128"/>
              </a:rPr>
              <a:t>Define the database and its objects such as tables, views, triggers and stored procedures.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400" dirty="0">
                <a:ea typeface="ＭＳ Ｐゴシック" panose="020B0600070205080204" pitchFamily="34" charset="-128"/>
              </a:rPr>
              <a:t>Contains statements that updates and query data.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400" dirty="0">
                <a:ea typeface="ＭＳ Ｐゴシック" panose="020B0600070205080204" pitchFamily="34" charset="-128"/>
              </a:rPr>
              <a:t>Grant a user the permissions to access specific data in the database.</a:t>
            </a:r>
            <a:endParaRPr lang="en-IN" altLang="en-US" sz="2400" dirty="0">
              <a:ea typeface="ＭＳ Ｐゴシック" panose="020B0600070205080204" pitchFamily="34" charset="-128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endParaRPr lang="en-US" altLang="en-US" sz="2400" b="0" dirty="0">
              <a:ea typeface="ＭＳ Ｐゴシック" panose="020B0600070205080204" pitchFamily="34" charset="-128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1302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-  select * from customers</a:t>
            </a:r>
          </a:p>
          <a:p>
            <a:pPr>
              <a:buFontTx/>
              <a:buChar char="-"/>
            </a:pPr>
            <a:r>
              <a:rPr lang="en-US" dirty="0"/>
              <a:t>/*select </a:t>
            </a:r>
            <a:r>
              <a:rPr lang="en-US" dirty="0" err="1"/>
              <a:t>customername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custoemrs</a:t>
            </a:r>
            <a:r>
              <a:rPr lang="en-US" dirty="0"/>
              <a:t> */</a:t>
            </a:r>
          </a:p>
        </p:txBody>
      </p:sp>
    </p:spTree>
    <p:extLst>
      <p:ext uri="{BB962C8B-B14F-4D97-AF65-F5344CB8AC3E}">
        <p14:creationId xmlns:p14="http://schemas.microsoft.com/office/powerpoint/2010/main" val="2706704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Grouping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SELECT  </a:t>
            </a:r>
            <a:r>
              <a:rPr lang="en-US" dirty="0" err="1"/>
              <a:t>Country,COUNT</a:t>
            </a:r>
            <a:r>
              <a:rPr lang="en-US" dirty="0"/>
              <a:t>(</a:t>
            </a:r>
            <a:r>
              <a:rPr lang="en-US" dirty="0" err="1"/>
              <a:t>CustomerName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FROM Customers</a:t>
            </a:r>
          </a:p>
          <a:p>
            <a:pPr marL="0" indent="0">
              <a:buNone/>
            </a:pPr>
            <a:r>
              <a:rPr lang="en-US" dirty="0"/>
              <a:t>GROUP BY Country</a:t>
            </a:r>
          </a:p>
          <a:p>
            <a:pPr marL="0" indent="0">
              <a:buNone/>
            </a:pPr>
            <a:r>
              <a:rPr lang="en-US" dirty="0"/>
              <a:t>having COUNT(</a:t>
            </a:r>
            <a:r>
              <a:rPr lang="en-US" dirty="0" err="1"/>
              <a:t>CustomerName</a:t>
            </a:r>
            <a:r>
              <a:rPr lang="en-US" dirty="0"/>
              <a:t>) &gt; 10</a:t>
            </a:r>
          </a:p>
          <a:p>
            <a:pPr marL="0" indent="0">
              <a:buNone/>
            </a:pPr>
            <a:r>
              <a:rPr lang="en-US" dirty="0"/>
              <a:t>order by COUNT(</a:t>
            </a:r>
            <a:r>
              <a:rPr lang="en-US" dirty="0" err="1"/>
              <a:t>CustomerName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………………………………………………………………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country,city,sum</a:t>
            </a:r>
            <a:r>
              <a:rPr lang="en-US" dirty="0"/>
              <a:t>(</a:t>
            </a:r>
            <a:r>
              <a:rPr lang="en-US" dirty="0" err="1"/>
              <a:t>creditlimit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from customers </a:t>
            </a:r>
          </a:p>
          <a:p>
            <a:pPr marL="0" indent="0">
              <a:buNone/>
            </a:pPr>
            <a:r>
              <a:rPr lang="en-US" dirty="0"/>
              <a:t>group by </a:t>
            </a:r>
            <a:r>
              <a:rPr lang="en-US" dirty="0" err="1"/>
              <a:t>country,city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with rollup;</a:t>
            </a:r>
          </a:p>
        </p:txBody>
      </p:sp>
    </p:spTree>
    <p:extLst>
      <p:ext uri="{BB962C8B-B14F-4D97-AF65-F5344CB8AC3E}">
        <p14:creationId xmlns:p14="http://schemas.microsoft.com/office/powerpoint/2010/main" val="727411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customername,creditlimit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case</a:t>
            </a:r>
          </a:p>
          <a:p>
            <a:pPr marL="0" indent="0">
              <a:buNone/>
            </a:pPr>
            <a:r>
              <a:rPr lang="en-US" dirty="0"/>
              <a:t>  when </a:t>
            </a:r>
            <a:r>
              <a:rPr lang="en-US" dirty="0" err="1"/>
              <a:t>creditlimit</a:t>
            </a:r>
            <a:r>
              <a:rPr lang="en-US" dirty="0"/>
              <a:t> &gt; 100000 then 'Good Credit'</a:t>
            </a:r>
          </a:p>
          <a:p>
            <a:pPr marL="0" indent="0">
              <a:buNone/>
            </a:pPr>
            <a:r>
              <a:rPr lang="en-US" dirty="0"/>
              <a:t>   when </a:t>
            </a:r>
            <a:r>
              <a:rPr lang="en-US" dirty="0" err="1"/>
              <a:t>creditlimit</a:t>
            </a:r>
            <a:r>
              <a:rPr lang="en-US" dirty="0"/>
              <a:t> between 100000 and 90000 then 'Average credit'</a:t>
            </a:r>
          </a:p>
          <a:p>
            <a:pPr marL="0" indent="0">
              <a:buNone/>
            </a:pPr>
            <a:r>
              <a:rPr lang="en-US" dirty="0"/>
              <a:t>   else 'Bad credit'</a:t>
            </a:r>
          </a:p>
          <a:p>
            <a:pPr marL="0" indent="0">
              <a:buNone/>
            </a:pPr>
            <a:r>
              <a:rPr lang="en-US" dirty="0"/>
              <a:t>end as </a:t>
            </a:r>
            <a:r>
              <a:rPr lang="en-US" dirty="0" err="1"/>
              <a:t>creditscore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customers;</a:t>
            </a:r>
          </a:p>
        </p:txBody>
      </p:sp>
    </p:spTree>
    <p:extLst>
      <p:ext uri="{BB962C8B-B14F-4D97-AF65-F5344CB8AC3E}">
        <p14:creationId xmlns:p14="http://schemas.microsoft.com/office/powerpoint/2010/main" val="3925724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MySQL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min(</a:t>
            </a:r>
            <a:r>
              <a:rPr lang="en-US" dirty="0" err="1"/>
              <a:t>quantityinstock</a:t>
            </a:r>
            <a:r>
              <a:rPr lang="en-US" dirty="0"/>
              <a:t>) from products;</a:t>
            </a:r>
          </a:p>
          <a:p>
            <a:pPr marL="0" indent="0">
              <a:buNone/>
            </a:pPr>
            <a:r>
              <a:rPr lang="en-US" dirty="0"/>
              <a:t>select max(</a:t>
            </a:r>
            <a:r>
              <a:rPr lang="en-US" dirty="0" err="1"/>
              <a:t>quantityinstock</a:t>
            </a:r>
            <a:r>
              <a:rPr lang="en-US" dirty="0"/>
              <a:t>) from products;</a:t>
            </a:r>
          </a:p>
          <a:p>
            <a:pPr marL="0" indent="0">
              <a:buNone/>
            </a:pPr>
            <a:r>
              <a:rPr lang="en-US" dirty="0"/>
              <a:t>select avg(</a:t>
            </a:r>
            <a:r>
              <a:rPr lang="en-US" dirty="0" err="1"/>
              <a:t>quantityinstock</a:t>
            </a:r>
            <a:r>
              <a:rPr lang="en-US" dirty="0"/>
              <a:t>) from products;</a:t>
            </a:r>
          </a:p>
          <a:p>
            <a:pPr marL="0" indent="0">
              <a:buNone/>
            </a:pPr>
            <a:r>
              <a:rPr lang="en-US" dirty="0"/>
              <a:t>select count(</a:t>
            </a:r>
            <a:r>
              <a:rPr lang="en-US" dirty="0" err="1"/>
              <a:t>quantityinstock</a:t>
            </a:r>
            <a:r>
              <a:rPr lang="en-US" dirty="0"/>
              <a:t>) from products;</a:t>
            </a:r>
          </a:p>
          <a:p>
            <a:pPr marL="0" indent="0">
              <a:buNone/>
            </a:pPr>
            <a:r>
              <a:rPr lang="en-US" dirty="0"/>
              <a:t>select sum(</a:t>
            </a:r>
            <a:r>
              <a:rPr lang="en-US" dirty="0" err="1"/>
              <a:t>quantityinstock</a:t>
            </a:r>
            <a:r>
              <a:rPr lang="en-US" dirty="0"/>
              <a:t>) from products;</a:t>
            </a:r>
          </a:p>
        </p:txBody>
      </p:sp>
    </p:spTree>
    <p:extLst>
      <p:ext uri="{BB962C8B-B14F-4D97-AF65-F5344CB8AC3E}">
        <p14:creationId xmlns:p14="http://schemas.microsoft.com/office/powerpoint/2010/main" val="1787637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Null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customername,ifnull</a:t>
            </a:r>
            <a:r>
              <a:rPr lang="en-US" dirty="0"/>
              <a:t>(addressline2,'NA')</a:t>
            </a:r>
          </a:p>
          <a:p>
            <a:pPr marL="0" indent="0">
              <a:buNone/>
            </a:pPr>
            <a:r>
              <a:rPr lang="en-US" dirty="0"/>
              <a:t>from customers</a:t>
            </a:r>
          </a:p>
          <a:p>
            <a:pPr marL="0" indent="0">
              <a:buNone/>
            </a:pPr>
            <a:r>
              <a:rPr lang="en-US" dirty="0"/>
              <a:t>where addressline2 is null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customername,4+ifnull(addressline2,0)</a:t>
            </a:r>
          </a:p>
          <a:p>
            <a:pPr marL="0" indent="0">
              <a:buNone/>
            </a:pPr>
            <a:r>
              <a:rPr lang="en-US" dirty="0"/>
              <a:t>from customers</a:t>
            </a:r>
          </a:p>
          <a:p>
            <a:pPr marL="0" indent="0">
              <a:buNone/>
            </a:pPr>
            <a:r>
              <a:rPr lang="en-US" dirty="0"/>
              <a:t>where addressline2 is null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customername,COALESCE</a:t>
            </a:r>
            <a:r>
              <a:rPr lang="en-US" dirty="0"/>
              <a:t>(addressline2,'NA')</a:t>
            </a:r>
          </a:p>
          <a:p>
            <a:pPr marL="0" indent="0">
              <a:buNone/>
            </a:pPr>
            <a:r>
              <a:rPr lang="en-US" dirty="0"/>
              <a:t>from customers</a:t>
            </a:r>
          </a:p>
          <a:p>
            <a:pPr marL="0" indent="0">
              <a:buNone/>
            </a:pPr>
            <a:r>
              <a:rPr lang="en-US" dirty="0"/>
              <a:t>where addressline2 is null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customername,4+COALESCE(addressline2,0)</a:t>
            </a:r>
          </a:p>
          <a:p>
            <a:pPr marL="0" indent="0">
              <a:buNone/>
            </a:pPr>
            <a:r>
              <a:rPr lang="en-US" dirty="0"/>
              <a:t>from customers</a:t>
            </a:r>
          </a:p>
          <a:p>
            <a:pPr marL="0" indent="0">
              <a:buNone/>
            </a:pPr>
            <a:r>
              <a:rPr lang="en-US" dirty="0"/>
              <a:t>where addressline2 is null</a:t>
            </a:r>
          </a:p>
        </p:txBody>
      </p:sp>
    </p:spTree>
    <p:extLst>
      <p:ext uri="{BB962C8B-B14F-4D97-AF65-F5344CB8AC3E}">
        <p14:creationId xmlns:p14="http://schemas.microsoft.com/office/powerpoint/2010/main" val="865440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--CHARACTER_LENGTH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char_length</a:t>
            </a:r>
            <a:r>
              <a:rPr lang="en-US" dirty="0"/>
              <a:t>(country) </a:t>
            </a:r>
          </a:p>
          <a:p>
            <a:pPr marL="0" indent="0">
              <a:buNone/>
            </a:pPr>
            <a:r>
              <a:rPr lang="en-US" dirty="0"/>
              <a:t>from customers where country='USA';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CONCAT(Addressline1, " ", city, " ", country) AS Address</a:t>
            </a:r>
          </a:p>
          <a:p>
            <a:pPr marL="0" indent="0">
              <a:buNone/>
            </a:pPr>
            <a:r>
              <a:rPr lang="en-US" dirty="0"/>
              <a:t>FROM Customers;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CONCAT_WS("-", Addressline1, city, country) AS Address</a:t>
            </a:r>
          </a:p>
          <a:p>
            <a:pPr marL="0" indent="0">
              <a:buNone/>
            </a:pPr>
            <a:r>
              <a:rPr lang="en-US" dirty="0"/>
              <a:t>FROM Customers;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format(creditlimit,2) from customers;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INSERT(customername,1,0,"hello") from customers where </a:t>
            </a:r>
            <a:r>
              <a:rPr lang="en-US" dirty="0" err="1"/>
              <a:t>customername</a:t>
            </a:r>
            <a:r>
              <a:rPr lang="en-US" dirty="0"/>
              <a:t> like '%</a:t>
            </a:r>
            <a:r>
              <a:rPr lang="en-US" dirty="0" err="1"/>
              <a:t>kelly</a:t>
            </a:r>
            <a:r>
              <a:rPr lang="en-US" dirty="0"/>
              <a:t>%';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lcase,lower,ucase,upper</a:t>
            </a:r>
            <a:r>
              <a:rPr lang="en-US" dirty="0"/>
              <a:t> - for capital and small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left(customername,3) from customers where </a:t>
            </a:r>
            <a:r>
              <a:rPr lang="en-US" dirty="0" err="1"/>
              <a:t>customername</a:t>
            </a:r>
            <a:r>
              <a:rPr lang="en-US" dirty="0"/>
              <a:t> like '%</a:t>
            </a:r>
            <a:r>
              <a:rPr lang="en-US" dirty="0" err="1"/>
              <a:t>kelly</a:t>
            </a:r>
            <a:r>
              <a:rPr lang="en-US" dirty="0"/>
              <a:t>%'; --try right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length(</a:t>
            </a:r>
            <a:r>
              <a:rPr lang="en-US" dirty="0" err="1"/>
              <a:t>customername</a:t>
            </a:r>
            <a:r>
              <a:rPr lang="en-US" dirty="0"/>
              <a:t>) from customers where </a:t>
            </a:r>
            <a:r>
              <a:rPr lang="en-US" dirty="0" err="1"/>
              <a:t>customername</a:t>
            </a:r>
            <a:r>
              <a:rPr lang="en-US" dirty="0"/>
              <a:t> like '%</a:t>
            </a:r>
            <a:r>
              <a:rPr lang="en-US" dirty="0" err="1"/>
              <a:t>kelly</a:t>
            </a:r>
            <a:r>
              <a:rPr lang="en-US" dirty="0"/>
              <a:t>%';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mid(customername,2,5) from customers where </a:t>
            </a:r>
            <a:r>
              <a:rPr lang="en-US" dirty="0" err="1"/>
              <a:t>customername</a:t>
            </a:r>
            <a:r>
              <a:rPr lang="en-US" dirty="0"/>
              <a:t> like '%</a:t>
            </a:r>
            <a:r>
              <a:rPr lang="en-US" dirty="0" err="1"/>
              <a:t>kelly</a:t>
            </a:r>
            <a:r>
              <a:rPr lang="en-US" dirty="0"/>
              <a:t>%';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replace(</a:t>
            </a:r>
            <a:r>
              <a:rPr lang="en-US" dirty="0" err="1"/>
              <a:t>customername</a:t>
            </a:r>
            <a:r>
              <a:rPr lang="en-US" dirty="0"/>
              <a:t>,'</a:t>
            </a:r>
            <a:r>
              <a:rPr lang="en-US" dirty="0" err="1"/>
              <a:t>Shop','store</a:t>
            </a:r>
            <a:r>
              <a:rPr lang="en-US" dirty="0"/>
              <a:t>') from customers where </a:t>
            </a:r>
            <a:r>
              <a:rPr lang="en-US" dirty="0" err="1"/>
              <a:t>customername</a:t>
            </a:r>
            <a:r>
              <a:rPr lang="en-US" dirty="0"/>
              <a:t> like '%</a:t>
            </a:r>
            <a:r>
              <a:rPr lang="en-US" dirty="0" err="1"/>
              <a:t>kelly</a:t>
            </a:r>
            <a:r>
              <a:rPr lang="en-US" dirty="0"/>
              <a:t>%';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substr</a:t>
            </a:r>
            <a:r>
              <a:rPr lang="en-US" dirty="0"/>
              <a:t>(customername,2,3) from customers where </a:t>
            </a:r>
            <a:r>
              <a:rPr lang="en-US" dirty="0" err="1"/>
              <a:t>customername</a:t>
            </a:r>
            <a:r>
              <a:rPr lang="en-US" dirty="0"/>
              <a:t> like '%</a:t>
            </a:r>
            <a:r>
              <a:rPr lang="en-US" dirty="0" err="1"/>
              <a:t>kelly</a:t>
            </a:r>
            <a:r>
              <a:rPr lang="en-US" dirty="0"/>
              <a:t>%'; -- try substring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470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select abs(-10)</a:t>
            </a:r>
          </a:p>
          <a:p>
            <a:pPr marL="0" indent="0">
              <a:buNone/>
            </a:pPr>
            <a:r>
              <a:rPr lang="en-US" dirty="0"/>
              <a:t>select rand()</a:t>
            </a:r>
          </a:p>
          <a:p>
            <a:pPr marL="0" indent="0">
              <a:buNone/>
            </a:pPr>
            <a:r>
              <a:rPr lang="en-US" dirty="0"/>
              <a:t>select floor(</a:t>
            </a:r>
            <a:r>
              <a:rPr lang="en-US" dirty="0" err="1"/>
              <a:t>avg</a:t>
            </a:r>
            <a:r>
              <a:rPr lang="en-US" dirty="0"/>
              <a:t>(</a:t>
            </a:r>
            <a:r>
              <a:rPr lang="en-US" dirty="0" err="1"/>
              <a:t>creditlimit</a:t>
            </a:r>
            <a:r>
              <a:rPr lang="en-US" dirty="0"/>
              <a:t>)) from customers</a:t>
            </a:r>
          </a:p>
          <a:p>
            <a:pPr marL="0" indent="0">
              <a:buNone/>
            </a:pPr>
            <a:r>
              <a:rPr lang="en-US" dirty="0"/>
              <a:t>select ceil(</a:t>
            </a:r>
            <a:r>
              <a:rPr lang="en-US" dirty="0" err="1"/>
              <a:t>avg</a:t>
            </a:r>
            <a:r>
              <a:rPr lang="en-US" dirty="0"/>
              <a:t>(</a:t>
            </a:r>
            <a:r>
              <a:rPr lang="en-US" dirty="0" err="1"/>
              <a:t>creditlimit</a:t>
            </a:r>
            <a:r>
              <a:rPr lang="en-US" dirty="0"/>
              <a:t>)) from customers</a:t>
            </a:r>
          </a:p>
          <a:p>
            <a:pPr marL="0" indent="0">
              <a:buNone/>
            </a:pPr>
            <a:r>
              <a:rPr lang="en-US" dirty="0"/>
              <a:t>SELECT GREATEST(3, 12, 34, 8, 25);</a:t>
            </a:r>
          </a:p>
          <a:p>
            <a:pPr marL="0" indent="0">
              <a:buNone/>
            </a:pPr>
            <a:r>
              <a:rPr lang="en-US" dirty="0"/>
              <a:t>SELECT least(3, 12, 34, 8, 25);</a:t>
            </a:r>
          </a:p>
          <a:p>
            <a:pPr marL="0" indent="0">
              <a:buNone/>
            </a:pPr>
            <a:r>
              <a:rPr lang="en-US" dirty="0"/>
              <a:t>select mod(5,2) -- remainder</a:t>
            </a:r>
          </a:p>
          <a:p>
            <a:pPr marL="0" indent="0">
              <a:buNone/>
            </a:pPr>
            <a:r>
              <a:rPr lang="en-US" dirty="0"/>
              <a:t>select power(4,2) -- pow also works</a:t>
            </a:r>
          </a:p>
          <a:p>
            <a:pPr marL="0" indent="0">
              <a:buNone/>
            </a:pPr>
            <a:r>
              <a:rPr lang="en-US" dirty="0"/>
              <a:t>select round(4.9)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sqrt</a:t>
            </a:r>
            <a:r>
              <a:rPr lang="en-US" dirty="0"/>
              <a:t>(9)</a:t>
            </a:r>
          </a:p>
          <a:p>
            <a:pPr marL="0" indent="0">
              <a:buNone/>
            </a:pPr>
            <a:r>
              <a:rPr lang="en-US" dirty="0"/>
              <a:t>SELECT TRUNCATE(875.378, 2);</a:t>
            </a:r>
          </a:p>
        </p:txBody>
      </p:sp>
    </p:spTree>
    <p:extLst>
      <p:ext uri="{BB962C8B-B14F-4D97-AF65-F5344CB8AC3E}">
        <p14:creationId xmlns:p14="http://schemas.microsoft.com/office/powerpoint/2010/main" val="40216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CURDATE(),</a:t>
            </a:r>
            <a:r>
              <a:rPr lang="en-US" dirty="0" err="1"/>
              <a:t>customername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customers;</a:t>
            </a:r>
          </a:p>
          <a:p>
            <a:pPr marL="0" indent="0">
              <a:buNone/>
            </a:pPr>
            <a:r>
              <a:rPr lang="en-US" dirty="0" err="1"/>
              <a:t>curtime</a:t>
            </a:r>
            <a:r>
              <a:rPr lang="en-US" dirty="0"/>
              <a:t>(),day(</a:t>
            </a:r>
            <a:r>
              <a:rPr lang="en-US" dirty="0" err="1"/>
              <a:t>orderdate</a:t>
            </a:r>
            <a:r>
              <a:rPr lang="en-US" dirty="0"/>
              <a:t>),</a:t>
            </a:r>
            <a:r>
              <a:rPr lang="en-US" dirty="0" err="1"/>
              <a:t>month,year,hour,minute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datediff</a:t>
            </a:r>
            <a:r>
              <a:rPr lang="en-US" dirty="0"/>
              <a:t>(</a:t>
            </a:r>
            <a:r>
              <a:rPr lang="en-US" dirty="0" err="1"/>
              <a:t>curdate</a:t>
            </a:r>
            <a:r>
              <a:rPr lang="en-US" dirty="0"/>
              <a:t>(),</a:t>
            </a:r>
            <a:r>
              <a:rPr lang="en-US" dirty="0" err="1"/>
              <a:t>orderdate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from orders;</a:t>
            </a:r>
          </a:p>
        </p:txBody>
      </p:sp>
    </p:spTree>
    <p:extLst>
      <p:ext uri="{BB962C8B-B14F-4D97-AF65-F5344CB8AC3E}">
        <p14:creationId xmlns:p14="http://schemas.microsoft.com/office/powerpoint/2010/main" val="2171473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SELECT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lastName</a:t>
            </a:r>
            <a:r>
              <a:rPr lang="en-US" dirty="0"/>
              <a:t>, </a:t>
            </a:r>
            <a:r>
              <a:rPr lang="en-US" dirty="0" err="1"/>
              <a:t>firstName</a:t>
            </a:r>
            <a:r>
              <a:rPr lang="en-US" dirty="0"/>
              <a:t>, email, </a:t>
            </a:r>
            <a:r>
              <a:rPr lang="en-US" dirty="0" err="1"/>
              <a:t>jobtitle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</a:t>
            </a:r>
          </a:p>
          <a:p>
            <a:pPr marL="0" indent="0">
              <a:buNone/>
            </a:pPr>
            <a:r>
              <a:rPr lang="en-US" dirty="0"/>
              <a:t>    employees</a:t>
            </a:r>
          </a:p>
          <a:p>
            <a:pPr marL="0" indent="0">
              <a:buNone/>
            </a:pPr>
            <a:r>
              <a:rPr lang="en-US" dirty="0"/>
              <a:t>WHERE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officeCode</a:t>
            </a:r>
            <a:r>
              <a:rPr lang="en-US" dirty="0"/>
              <a:t> IN (SELECT 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officeCode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FROM</a:t>
            </a:r>
          </a:p>
          <a:p>
            <a:pPr marL="0" indent="0">
              <a:buNone/>
            </a:pPr>
            <a:r>
              <a:rPr lang="en-US" dirty="0"/>
              <a:t>            offices</a:t>
            </a:r>
          </a:p>
          <a:p>
            <a:pPr marL="0" indent="0">
              <a:buNone/>
            </a:pPr>
            <a:r>
              <a:rPr lang="en-US" dirty="0"/>
              <a:t>        WHERE</a:t>
            </a:r>
          </a:p>
          <a:p>
            <a:pPr marL="0" indent="0">
              <a:buNone/>
            </a:pPr>
            <a:r>
              <a:rPr lang="en-US" dirty="0"/>
              <a:t>            country = 'UK’);</a:t>
            </a:r>
          </a:p>
          <a:p>
            <a:pPr marL="0" indent="0">
              <a:buNone/>
            </a:pPr>
            <a:r>
              <a:rPr lang="en-US" dirty="0"/>
              <a:t>………………………………………………………………………………..</a:t>
            </a:r>
          </a:p>
          <a:p>
            <a:pPr marL="0" indent="0">
              <a:buNone/>
            </a:pPr>
            <a:r>
              <a:rPr lang="en-US" dirty="0"/>
              <a:t>SELECT </a:t>
            </a:r>
          </a:p>
          <a:p>
            <a:pPr marL="0" indent="0">
              <a:buNone/>
            </a:pPr>
            <a:r>
              <a:rPr lang="en-US" dirty="0"/>
              <a:t>    MAX(items), </a:t>
            </a:r>
          </a:p>
          <a:p>
            <a:pPr marL="0" indent="0">
              <a:buNone/>
            </a:pPr>
            <a:r>
              <a:rPr lang="en-US" dirty="0"/>
              <a:t>    MIN(items), </a:t>
            </a:r>
          </a:p>
          <a:p>
            <a:pPr marL="0" indent="0">
              <a:buNone/>
            </a:pPr>
            <a:r>
              <a:rPr lang="en-US" dirty="0"/>
              <a:t>    FLOOR(AVG(items))</a:t>
            </a:r>
          </a:p>
          <a:p>
            <a:pPr marL="0" indent="0">
              <a:buNone/>
            </a:pPr>
            <a:r>
              <a:rPr lang="en-US" dirty="0"/>
              <a:t>FROM</a:t>
            </a:r>
          </a:p>
          <a:p>
            <a:pPr marL="0" indent="0">
              <a:buNone/>
            </a:pPr>
            <a:r>
              <a:rPr lang="en-US" dirty="0"/>
              <a:t>    (SELECT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orderNumber</a:t>
            </a:r>
            <a:r>
              <a:rPr lang="en-US" dirty="0"/>
              <a:t>, COUNT(</a:t>
            </a:r>
            <a:r>
              <a:rPr lang="en-US" dirty="0" err="1"/>
              <a:t>orderNumber</a:t>
            </a:r>
            <a:r>
              <a:rPr lang="en-US" dirty="0"/>
              <a:t>) AS items</a:t>
            </a:r>
          </a:p>
          <a:p>
            <a:pPr marL="0" indent="0">
              <a:buNone/>
            </a:pPr>
            <a:r>
              <a:rPr lang="en-US" dirty="0"/>
              <a:t>    FROM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orderdetails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GROUP BY </a:t>
            </a:r>
            <a:r>
              <a:rPr lang="en-US" dirty="0" err="1"/>
              <a:t>orderNumber</a:t>
            </a:r>
            <a:r>
              <a:rPr lang="en-US" dirty="0"/>
              <a:t>) AS </a:t>
            </a:r>
            <a:r>
              <a:rPr lang="en-US" dirty="0" err="1"/>
              <a:t>lineitems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..........................</a:t>
            </a:r>
          </a:p>
          <a:p>
            <a:pPr marL="0" indent="0">
              <a:buNone/>
            </a:pPr>
            <a:r>
              <a:rPr lang="en-US" dirty="0"/>
              <a:t>SELECT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productName</a:t>
            </a:r>
            <a:r>
              <a:rPr lang="en-US" dirty="0"/>
              <a:t>, sales</a:t>
            </a:r>
          </a:p>
          <a:p>
            <a:pPr marL="0" indent="0">
              <a:buNone/>
            </a:pPr>
            <a:r>
              <a:rPr lang="en-US" dirty="0"/>
              <a:t>FROM</a:t>
            </a:r>
          </a:p>
          <a:p>
            <a:pPr marL="0" indent="0">
              <a:buNone/>
            </a:pPr>
            <a:r>
              <a:rPr lang="en-US" dirty="0"/>
              <a:t>    (SELECT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productCode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    ROUND(SUM(</a:t>
            </a:r>
            <a:r>
              <a:rPr lang="en-US" dirty="0" err="1"/>
              <a:t>quantityOrdered</a:t>
            </a:r>
            <a:r>
              <a:rPr lang="en-US" dirty="0"/>
              <a:t> * </a:t>
            </a:r>
            <a:r>
              <a:rPr lang="en-US" dirty="0" err="1"/>
              <a:t>priceEach</a:t>
            </a:r>
            <a:r>
              <a:rPr lang="en-US" dirty="0"/>
              <a:t>)) sales</a:t>
            </a:r>
          </a:p>
          <a:p>
            <a:pPr marL="0" indent="0">
              <a:buNone/>
            </a:pPr>
            <a:r>
              <a:rPr lang="en-US" dirty="0"/>
              <a:t>    FROM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orderdetails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INNER JOIN orders USING (</a:t>
            </a:r>
            <a:r>
              <a:rPr lang="en-US" dirty="0" err="1"/>
              <a:t>orderNumber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WHERE</a:t>
            </a:r>
          </a:p>
          <a:p>
            <a:pPr marL="0" indent="0">
              <a:buNone/>
            </a:pPr>
            <a:r>
              <a:rPr lang="en-US" dirty="0"/>
              <a:t>        YEAR(</a:t>
            </a:r>
            <a:r>
              <a:rPr lang="en-US" dirty="0" err="1"/>
              <a:t>shippedDate</a:t>
            </a:r>
            <a:r>
              <a:rPr lang="en-US" dirty="0"/>
              <a:t>) = 2003</a:t>
            </a:r>
          </a:p>
          <a:p>
            <a:pPr marL="0" indent="0">
              <a:buNone/>
            </a:pPr>
            <a:r>
              <a:rPr lang="en-US" dirty="0"/>
              <a:t>    GROUP BY </a:t>
            </a:r>
            <a:r>
              <a:rPr lang="en-US" dirty="0" err="1"/>
              <a:t>productCode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ORDER BY sales DESC</a:t>
            </a:r>
          </a:p>
          <a:p>
            <a:pPr marL="0" indent="0">
              <a:buNone/>
            </a:pPr>
            <a:r>
              <a:rPr lang="en-US" dirty="0"/>
              <a:t>    LIMIT 5) top5products2003</a:t>
            </a:r>
          </a:p>
          <a:p>
            <a:pPr marL="0" indent="0">
              <a:buNone/>
            </a:pPr>
            <a:r>
              <a:rPr lang="en-US" dirty="0"/>
              <a:t>INNER JOIN</a:t>
            </a:r>
          </a:p>
          <a:p>
            <a:pPr marL="0" indent="0">
              <a:buNone/>
            </a:pPr>
            <a:r>
              <a:rPr lang="en-US" dirty="0"/>
              <a:t>    products USING (</a:t>
            </a:r>
            <a:r>
              <a:rPr lang="en-US" dirty="0" err="1"/>
              <a:t>productCode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513604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MySQL Union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A JOIN combines result sets horizontally, a UNION appends result set vertically.</a:t>
            </a:r>
          </a:p>
          <a:p>
            <a:pPr marL="0" indent="0">
              <a:buNone/>
            </a:pPr>
            <a:r>
              <a:rPr lang="en-US" dirty="0"/>
              <a:t>…………………………………</a:t>
            </a:r>
          </a:p>
          <a:p>
            <a:pPr marL="0" indent="0">
              <a:buNone/>
            </a:pPr>
            <a:r>
              <a:rPr lang="en-US" dirty="0"/>
              <a:t>SELECT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firstName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lastName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</a:t>
            </a:r>
          </a:p>
          <a:p>
            <a:pPr marL="0" indent="0">
              <a:buNone/>
            </a:pPr>
            <a:r>
              <a:rPr lang="en-US" dirty="0"/>
              <a:t>    employees </a:t>
            </a:r>
          </a:p>
          <a:p>
            <a:pPr marL="0" indent="0">
              <a:buNone/>
            </a:pPr>
            <a:r>
              <a:rPr lang="en-US" dirty="0"/>
              <a:t>UNION </a:t>
            </a:r>
          </a:p>
          <a:p>
            <a:pPr marL="0" indent="0">
              <a:buNone/>
            </a:pPr>
            <a:r>
              <a:rPr lang="en-US" dirty="0"/>
              <a:t>SELECT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contactFirstName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contactLastName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</a:t>
            </a:r>
          </a:p>
          <a:p>
            <a:pPr marL="0" indent="0">
              <a:buNone/>
            </a:pPr>
            <a:r>
              <a:rPr lang="en-US" dirty="0"/>
              <a:t>    customers;</a:t>
            </a:r>
          </a:p>
        </p:txBody>
      </p:sp>
    </p:spTree>
    <p:extLst>
      <p:ext uri="{BB962C8B-B14F-4D97-AF65-F5344CB8AC3E}">
        <p14:creationId xmlns:p14="http://schemas.microsoft.com/office/powerpoint/2010/main" val="3977349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Inner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select </a:t>
            </a:r>
            <a:r>
              <a:rPr lang="en-US" dirty="0" err="1"/>
              <a:t>customername,ordernumber,orderdate,status</a:t>
            </a:r>
            <a:r>
              <a:rPr lang="en-US" dirty="0"/>
              <a:t> from customers c inner join orders 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 </a:t>
            </a:r>
            <a:r>
              <a:rPr lang="en-US" dirty="0" err="1"/>
              <a:t>c.customernumber</a:t>
            </a:r>
            <a:r>
              <a:rPr lang="en-US" dirty="0"/>
              <a:t> = </a:t>
            </a:r>
            <a:r>
              <a:rPr lang="en-US" dirty="0" err="1"/>
              <a:t>o.customernumber</a:t>
            </a: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where status = 'In Process';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SELECT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 err="1"/>
              <a:t>orderNumber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 err="1"/>
              <a:t>orderDate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 err="1"/>
              <a:t>customerName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 err="1"/>
              <a:t>orderLineNumber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 err="1"/>
              <a:t>productName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 err="1"/>
              <a:t>quantityOrdered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 err="1"/>
              <a:t>priceEach</a:t>
            </a: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FROM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    orders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INNER JOIN </a:t>
            </a:r>
            <a:r>
              <a:rPr lang="en-US" dirty="0" err="1"/>
              <a:t>orderdetails</a:t>
            </a:r>
            <a:r>
              <a:rPr lang="en-US" dirty="0"/>
              <a:t>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USING (</a:t>
            </a:r>
            <a:r>
              <a:rPr lang="en-US" dirty="0" err="1"/>
              <a:t>orderNumber</a:t>
            </a:r>
            <a:r>
              <a:rPr lang="en-US" dirty="0"/>
              <a:t>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INNER JOIN products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USING (</a:t>
            </a:r>
            <a:r>
              <a:rPr lang="en-US" dirty="0" err="1"/>
              <a:t>productCode</a:t>
            </a:r>
            <a:r>
              <a:rPr lang="en-US" dirty="0"/>
              <a:t>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INNER JOIN customers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USING (</a:t>
            </a:r>
            <a:r>
              <a:rPr lang="en-US" dirty="0" err="1"/>
              <a:t>customerNumber</a:t>
            </a:r>
            <a:r>
              <a:rPr lang="en-US" dirty="0"/>
              <a:t>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WHERE </a:t>
            </a:r>
            <a:r>
              <a:rPr lang="en-US" dirty="0" err="1"/>
              <a:t>orderNumber</a:t>
            </a:r>
            <a:r>
              <a:rPr lang="en-US" dirty="0"/>
              <a:t> = 10425;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………………………………………………………………………………………….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SELECT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 err="1"/>
              <a:t>o.orderNumber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 err="1"/>
              <a:t>orderDate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 err="1"/>
              <a:t>customerName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 err="1"/>
              <a:t>orderLineNumber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 err="1"/>
              <a:t>productName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 err="1"/>
              <a:t>quantityOrdered</a:t>
            </a:r>
            <a:r>
              <a:rPr lang="en-US" dirty="0"/>
              <a:t>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r>
              <a:rPr lang="en-US" dirty="0" err="1"/>
              <a:t>priceEach</a:t>
            </a: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FROM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orders o, customers c, </a:t>
            </a:r>
            <a:r>
              <a:rPr lang="en-US" dirty="0" err="1"/>
              <a:t>orderdetails</a:t>
            </a:r>
            <a:r>
              <a:rPr lang="en-US" dirty="0"/>
              <a:t> </a:t>
            </a:r>
            <a:r>
              <a:rPr lang="en-US" dirty="0" err="1"/>
              <a:t>ord</a:t>
            </a:r>
            <a:r>
              <a:rPr lang="en-US" dirty="0"/>
              <a:t>, products p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where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</a:t>
            </a:r>
            <a:r>
              <a:rPr lang="en-US" dirty="0" err="1"/>
              <a:t>o.customernumber</a:t>
            </a:r>
            <a:r>
              <a:rPr lang="en-US" dirty="0"/>
              <a:t> = </a:t>
            </a:r>
            <a:r>
              <a:rPr lang="en-US" dirty="0" err="1"/>
              <a:t>c.customernumber</a:t>
            </a:r>
            <a:r>
              <a:rPr lang="en-US" dirty="0"/>
              <a:t> and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</a:t>
            </a:r>
            <a:r>
              <a:rPr lang="en-US" dirty="0" err="1"/>
              <a:t>o.ordernumber</a:t>
            </a:r>
            <a:r>
              <a:rPr lang="en-US" dirty="0"/>
              <a:t> = </a:t>
            </a:r>
            <a:r>
              <a:rPr lang="en-US" dirty="0" err="1"/>
              <a:t>ord.ordernumber</a:t>
            </a:r>
            <a:r>
              <a:rPr lang="en-US" dirty="0"/>
              <a:t> and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</a:t>
            </a:r>
            <a:r>
              <a:rPr lang="en-US" dirty="0" err="1"/>
              <a:t>ord.productcode</a:t>
            </a:r>
            <a:r>
              <a:rPr lang="en-US" dirty="0"/>
              <a:t> = </a:t>
            </a:r>
            <a:r>
              <a:rPr lang="en-US" dirty="0" err="1"/>
              <a:t>p.productcode</a:t>
            </a:r>
            <a:r>
              <a:rPr lang="en-US" dirty="0"/>
              <a:t> and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</a:t>
            </a:r>
            <a:r>
              <a:rPr lang="en-US" dirty="0" err="1"/>
              <a:t>o.orderNumber</a:t>
            </a:r>
            <a:r>
              <a:rPr lang="en-US" dirty="0"/>
              <a:t> = 10425;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72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Left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SELECT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customerName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orderNumber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status</a:t>
            </a:r>
          </a:p>
          <a:p>
            <a:pPr marL="0" indent="0">
              <a:buNone/>
            </a:pPr>
            <a:r>
              <a:rPr lang="en-US" dirty="0"/>
              <a:t>FROM</a:t>
            </a:r>
          </a:p>
          <a:p>
            <a:pPr marL="0" indent="0">
              <a:buNone/>
            </a:pPr>
            <a:r>
              <a:rPr lang="en-US" dirty="0"/>
              <a:t>    customers c</a:t>
            </a:r>
          </a:p>
          <a:p>
            <a:pPr marL="0" indent="0">
              <a:buNone/>
            </a:pPr>
            <a:r>
              <a:rPr lang="en-US" dirty="0"/>
              <a:t>LEFT JOIN orders o </a:t>
            </a:r>
          </a:p>
          <a:p>
            <a:pPr marL="0" indent="0">
              <a:buNone/>
            </a:pPr>
            <a:r>
              <a:rPr lang="en-US" dirty="0"/>
              <a:t>    ON </a:t>
            </a:r>
            <a:r>
              <a:rPr lang="en-US" dirty="0" err="1"/>
              <a:t>c.customerNumber</a:t>
            </a:r>
            <a:r>
              <a:rPr lang="en-US" dirty="0"/>
              <a:t> = </a:t>
            </a:r>
            <a:r>
              <a:rPr lang="en-US" dirty="0" err="1"/>
              <a:t>o.customerNumber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country='USA’;</a:t>
            </a:r>
          </a:p>
          <a:p>
            <a:pPr marL="0" indent="0">
              <a:buNone/>
            </a:pPr>
            <a:r>
              <a:rPr lang="en-US" dirty="0"/>
              <a:t>…………………………………………………</a:t>
            </a:r>
          </a:p>
          <a:p>
            <a:pPr marL="0" indent="0">
              <a:buNone/>
            </a:pPr>
            <a:r>
              <a:rPr lang="en-US" dirty="0"/>
              <a:t>SELECT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customerName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orderNumber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status</a:t>
            </a:r>
          </a:p>
          <a:p>
            <a:pPr marL="0" indent="0">
              <a:buNone/>
            </a:pPr>
            <a:r>
              <a:rPr lang="en-US" dirty="0"/>
              <a:t>FROM</a:t>
            </a:r>
          </a:p>
          <a:p>
            <a:pPr marL="0" indent="0">
              <a:buNone/>
            </a:pPr>
            <a:r>
              <a:rPr lang="en-US" dirty="0"/>
              <a:t>    customers</a:t>
            </a:r>
          </a:p>
          <a:p>
            <a:pPr marL="0" indent="0">
              <a:buNone/>
            </a:pPr>
            <a:r>
              <a:rPr lang="en-US" dirty="0"/>
              <a:t>LEFT JOIN orders using(</a:t>
            </a:r>
            <a:r>
              <a:rPr lang="en-US" dirty="0" err="1"/>
              <a:t>customerNumber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where country='USA';</a:t>
            </a:r>
          </a:p>
        </p:txBody>
      </p:sp>
    </p:spTree>
    <p:extLst>
      <p:ext uri="{BB962C8B-B14F-4D97-AF65-F5344CB8AC3E}">
        <p14:creationId xmlns:p14="http://schemas.microsoft.com/office/powerpoint/2010/main" val="2770357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Right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SELECT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employeeNumber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customerNumber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</a:t>
            </a:r>
          </a:p>
          <a:p>
            <a:pPr marL="0" indent="0">
              <a:buNone/>
            </a:pPr>
            <a:r>
              <a:rPr lang="en-US" dirty="0"/>
              <a:t>    customers</a:t>
            </a:r>
          </a:p>
          <a:p>
            <a:pPr marL="0" indent="0">
              <a:buNone/>
            </a:pPr>
            <a:r>
              <a:rPr lang="en-US" dirty="0"/>
              <a:t>RIGHT JOIN employees </a:t>
            </a:r>
          </a:p>
          <a:p>
            <a:pPr marL="0" indent="0">
              <a:buNone/>
            </a:pPr>
            <a:r>
              <a:rPr lang="en-US" dirty="0"/>
              <a:t>    ON </a:t>
            </a:r>
            <a:r>
              <a:rPr lang="en-US" dirty="0" err="1"/>
              <a:t>salesRepEmployeeNumber</a:t>
            </a:r>
            <a:r>
              <a:rPr lang="en-US" dirty="0"/>
              <a:t> = </a:t>
            </a:r>
            <a:r>
              <a:rPr lang="en-US" dirty="0" err="1"/>
              <a:t>employeeNumber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ORDER BY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employeeNumber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06372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e.firstName</a:t>
            </a:r>
            <a:r>
              <a:rPr lang="en-US" dirty="0"/>
              <a:t> as '</a:t>
            </a:r>
            <a:r>
              <a:rPr lang="en-US" dirty="0" err="1"/>
              <a:t>EmpName</a:t>
            </a:r>
            <a:r>
              <a:rPr lang="en-US" dirty="0"/>
              <a:t>',</a:t>
            </a:r>
            <a:r>
              <a:rPr lang="en-US" dirty="0" err="1"/>
              <a:t>e.lastName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m.firstName</a:t>
            </a:r>
            <a:r>
              <a:rPr lang="en-US" dirty="0"/>
              <a:t> as 'Manager'</a:t>
            </a:r>
          </a:p>
          <a:p>
            <a:pPr marL="0" indent="0">
              <a:buNone/>
            </a:pPr>
            <a:r>
              <a:rPr lang="en-US" dirty="0"/>
              <a:t>FROM</a:t>
            </a:r>
          </a:p>
          <a:p>
            <a:pPr marL="0" indent="0">
              <a:buNone/>
            </a:pPr>
            <a:r>
              <a:rPr lang="en-US" dirty="0"/>
              <a:t>    employees e</a:t>
            </a:r>
          </a:p>
          <a:p>
            <a:pPr marL="0" indent="0">
              <a:buNone/>
            </a:pPr>
            <a:r>
              <a:rPr lang="en-US" dirty="0"/>
              <a:t>INNER JOIN employees m ON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m.employeeNumber</a:t>
            </a:r>
            <a:r>
              <a:rPr lang="en-US" dirty="0"/>
              <a:t> = </a:t>
            </a:r>
            <a:r>
              <a:rPr lang="en-US" dirty="0" err="1"/>
              <a:t>e.reportsTo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41413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Cross Join(all rows from both)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SELECT *</a:t>
            </a:r>
          </a:p>
          <a:p>
            <a:pPr marL="0" indent="0">
              <a:buNone/>
            </a:pPr>
            <a:r>
              <a:rPr lang="en-US" dirty="0"/>
              <a:t>FROM employee</a:t>
            </a:r>
          </a:p>
          <a:p>
            <a:pPr marL="0" indent="0">
              <a:buNone/>
            </a:pPr>
            <a:r>
              <a:rPr lang="en-US" dirty="0"/>
              <a:t>CROSS JOIN students;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+----+------------+-----------+----------+----------+----------+------------+------+------+------+</a:t>
            </a:r>
          </a:p>
          <a:p>
            <a:pPr marL="0" indent="0">
              <a:buNone/>
            </a:pPr>
            <a:r>
              <a:rPr lang="en-US" dirty="0"/>
              <a:t>| id | </a:t>
            </a:r>
            <a:r>
              <a:rPr lang="en-US" dirty="0" err="1"/>
              <a:t>first_name</a:t>
            </a:r>
            <a:r>
              <a:rPr lang="en-US" dirty="0"/>
              <a:t> | </a:t>
            </a:r>
            <a:r>
              <a:rPr lang="en-US" dirty="0" err="1"/>
              <a:t>last_name</a:t>
            </a:r>
            <a:r>
              <a:rPr lang="en-US" dirty="0"/>
              <a:t> | username | password | address  | contact    | id   | name | city |</a:t>
            </a:r>
          </a:p>
          <a:p>
            <a:pPr marL="0" indent="0">
              <a:buNone/>
            </a:pPr>
            <a:r>
              <a:rPr lang="en-US" dirty="0"/>
              <a:t>+----+------------+-----------+----------+----------+----------+------------+------+------+------+</a:t>
            </a:r>
          </a:p>
          <a:p>
            <a:pPr marL="0" indent="0">
              <a:buNone/>
            </a:pPr>
            <a:r>
              <a:rPr lang="en-US" dirty="0"/>
              <a:t>|  2 | Nair       | N         | user2    | pass     | address1 | 98989      |    1 | John | </a:t>
            </a:r>
            <a:r>
              <a:rPr lang="en-US" dirty="0" err="1"/>
              <a:t>Hyd</a:t>
            </a:r>
            <a:r>
              <a:rPr lang="en-US" dirty="0"/>
              <a:t>  |</a:t>
            </a:r>
          </a:p>
          <a:p>
            <a:pPr marL="0" indent="0">
              <a:buNone/>
            </a:pPr>
            <a:r>
              <a:rPr lang="en-US" dirty="0"/>
              <a:t>|  1 | Praveen    | N         | user1    | pass     | address  | 9999999999 |    1 | John | </a:t>
            </a:r>
            <a:r>
              <a:rPr lang="en-US" dirty="0" err="1"/>
              <a:t>Hyd</a:t>
            </a:r>
            <a:r>
              <a:rPr lang="en-US" dirty="0"/>
              <a:t>  |</a:t>
            </a:r>
          </a:p>
          <a:p>
            <a:pPr marL="0" indent="0">
              <a:buNone/>
            </a:pPr>
            <a:r>
              <a:rPr lang="en-US" dirty="0"/>
              <a:t>|  2 | Nair       | N         | user2    | pass     | address1 | 98989      |    2 | Ron  | </a:t>
            </a:r>
            <a:r>
              <a:rPr lang="en-US" dirty="0" err="1"/>
              <a:t>Hyd</a:t>
            </a:r>
            <a:r>
              <a:rPr lang="en-US" dirty="0"/>
              <a:t>  |</a:t>
            </a:r>
          </a:p>
          <a:p>
            <a:pPr marL="0" indent="0">
              <a:buNone/>
            </a:pPr>
            <a:r>
              <a:rPr lang="en-US" dirty="0"/>
              <a:t>|  1 | Praveen    | N         | user1    | pass     | address  | 9999999999 |    2 | Ron  | </a:t>
            </a:r>
            <a:r>
              <a:rPr lang="en-US" dirty="0" err="1"/>
              <a:t>Hyd</a:t>
            </a:r>
            <a:r>
              <a:rPr lang="en-US" dirty="0"/>
              <a:t>  |</a:t>
            </a:r>
          </a:p>
          <a:p>
            <a:pPr marL="0" indent="0">
              <a:buNone/>
            </a:pPr>
            <a:r>
              <a:rPr lang="en-US" dirty="0"/>
              <a:t>+----+------------+-----------+----------+----------+----------+------------+------+------+------+</a:t>
            </a:r>
          </a:p>
        </p:txBody>
      </p:sp>
    </p:spTree>
    <p:extLst>
      <p:ext uri="{BB962C8B-B14F-4D97-AF65-F5344CB8AC3E}">
        <p14:creationId xmlns:p14="http://schemas.microsoft.com/office/powerpoint/2010/main" val="12010100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Modifying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set SQL_SAFE_UPDATES=0</a:t>
            </a:r>
          </a:p>
          <a:p>
            <a:pPr marL="0" indent="0">
              <a:buNone/>
            </a:pPr>
            <a:r>
              <a:rPr lang="en-US" dirty="0"/>
              <a:t>update employees set email='martin@gmail.com' where </a:t>
            </a:r>
            <a:r>
              <a:rPr lang="en-US" dirty="0" err="1"/>
              <a:t>employeenumber</a:t>
            </a:r>
            <a:r>
              <a:rPr lang="en-US" dirty="0"/>
              <a:t>=1702;</a:t>
            </a:r>
          </a:p>
          <a:p>
            <a:pPr marL="0" indent="0">
              <a:buNone/>
            </a:pPr>
            <a:r>
              <a:rPr lang="en-US" dirty="0"/>
              <a:t>insert into employees(employeenumber,lastname,firstname,extension,email,officecode,reportsto,jobtitle) values(1111,'lastname','firstname','extn','email@email.com',4,1102,'programmer');</a:t>
            </a:r>
          </a:p>
          <a:p>
            <a:pPr marL="0" indent="0">
              <a:buNone/>
            </a:pPr>
            <a:r>
              <a:rPr lang="en-US" dirty="0"/>
              <a:t>delete from employees where </a:t>
            </a:r>
            <a:r>
              <a:rPr lang="en-US" dirty="0" err="1"/>
              <a:t>employeenumber</a:t>
            </a:r>
            <a:r>
              <a:rPr lang="en-US" dirty="0"/>
              <a:t>=1111;</a:t>
            </a:r>
          </a:p>
        </p:txBody>
      </p:sp>
    </p:spTree>
    <p:extLst>
      <p:ext uri="{BB962C8B-B14F-4D97-AF65-F5344CB8AC3E}">
        <p14:creationId xmlns:p14="http://schemas.microsoft.com/office/powerpoint/2010/main" val="38063664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Managing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database </a:t>
            </a:r>
            <a:r>
              <a:rPr lang="en-US" dirty="0" err="1"/>
              <a:t>mydb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drop database </a:t>
            </a:r>
            <a:r>
              <a:rPr lang="en-US" dirty="0" err="1"/>
              <a:t>mydb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40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Managing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TABLE users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userid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username varchar(255),</a:t>
            </a:r>
          </a:p>
          <a:p>
            <a:pPr marL="0" indent="0">
              <a:buNone/>
            </a:pPr>
            <a:r>
              <a:rPr lang="en-US" dirty="0"/>
              <a:t>    City varchar(255)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drop table users</a:t>
            </a:r>
          </a:p>
        </p:txBody>
      </p:sp>
    </p:spTree>
    <p:extLst>
      <p:ext uri="{BB962C8B-B14F-4D97-AF65-F5344CB8AC3E}">
        <p14:creationId xmlns:p14="http://schemas.microsoft.com/office/powerpoint/2010/main" val="3096757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DATE - format YYYY-MM-DD</a:t>
            </a:r>
          </a:p>
          <a:p>
            <a:pPr marL="0" indent="0">
              <a:buNone/>
            </a:pPr>
            <a:r>
              <a:rPr lang="en-US" dirty="0"/>
              <a:t>DATETIME - format: YYYY-MM-DD HH:MI:SS</a:t>
            </a:r>
          </a:p>
          <a:p>
            <a:pPr marL="0" indent="0">
              <a:buNone/>
            </a:pPr>
            <a:r>
              <a:rPr lang="en-US" dirty="0"/>
              <a:t>TIMESTAMP - format: YYYY-MM-DD HH:MI:SS</a:t>
            </a:r>
          </a:p>
          <a:p>
            <a:pPr marL="0" indent="0">
              <a:buNone/>
            </a:pPr>
            <a:r>
              <a:rPr lang="en-US" dirty="0"/>
              <a:t>YEAR - format YYYY or YY</a:t>
            </a:r>
          </a:p>
          <a:p>
            <a:pPr marL="0" indent="0">
              <a:buNone/>
            </a:pPr>
            <a:r>
              <a:rPr lang="en-US" dirty="0"/>
              <a:t>INT</a:t>
            </a:r>
          </a:p>
          <a:p>
            <a:pPr marL="0" indent="0">
              <a:buNone/>
            </a:pPr>
            <a:r>
              <a:rPr lang="en-US" dirty="0"/>
              <a:t>DECIMAL</a:t>
            </a:r>
          </a:p>
          <a:p>
            <a:pPr marL="0" indent="0">
              <a:buNone/>
            </a:pPr>
            <a:r>
              <a:rPr lang="en-US" dirty="0"/>
              <a:t>BOOLEAN</a:t>
            </a:r>
          </a:p>
          <a:p>
            <a:pPr marL="0" indent="0">
              <a:buNone/>
            </a:pPr>
            <a:r>
              <a:rPr lang="en-US" dirty="0"/>
              <a:t>VARCHAR</a:t>
            </a:r>
          </a:p>
          <a:p>
            <a:pPr marL="0" indent="0">
              <a:buNone/>
            </a:pPr>
            <a:r>
              <a:rPr lang="en-US" dirty="0"/>
              <a:t>DATETIME YYYY-MM-DD HH:MM:SS</a:t>
            </a:r>
          </a:p>
          <a:p>
            <a:pPr marL="0" indent="0">
              <a:buNone/>
            </a:pPr>
            <a:r>
              <a:rPr lang="en-US" dirty="0"/>
              <a:t>JSON</a:t>
            </a:r>
            <a:br>
              <a:rPr lang="en-US" dirty="0"/>
            </a:br>
            <a:r>
              <a:rPr lang="en-US" dirty="0"/>
              <a:t>create table </a:t>
            </a:r>
            <a:r>
              <a:rPr lang="en-US" dirty="0" err="1"/>
              <a:t>jsnn</a:t>
            </a:r>
            <a:r>
              <a:rPr lang="en-US" dirty="0"/>
              <a:t> (</a:t>
            </a:r>
            <a:r>
              <a:rPr lang="en-US" dirty="0" err="1"/>
              <a:t>js</a:t>
            </a:r>
            <a:r>
              <a:rPr lang="en-US" dirty="0"/>
              <a:t> </a:t>
            </a:r>
            <a:r>
              <a:rPr lang="en-US" dirty="0" err="1"/>
              <a:t>json</a:t>
            </a:r>
            <a:r>
              <a:rPr lang="en-US" dirty="0"/>
              <a:t>);use </a:t>
            </a:r>
            <a:r>
              <a:rPr lang="en-US" dirty="0" err="1"/>
              <a:t>emp;insert</a:t>
            </a:r>
            <a:r>
              <a:rPr lang="en-US" dirty="0"/>
              <a:t> into </a:t>
            </a:r>
            <a:r>
              <a:rPr lang="en-US" dirty="0" err="1"/>
              <a:t>jsnn</a:t>
            </a:r>
            <a:r>
              <a:rPr lang="en-US" dirty="0"/>
              <a:t>(</a:t>
            </a:r>
            <a:r>
              <a:rPr lang="en-US" dirty="0" err="1"/>
              <a:t>js</a:t>
            </a:r>
            <a:r>
              <a:rPr lang="en-US" dirty="0"/>
              <a:t>) values('{"</a:t>
            </a:r>
            <a:r>
              <a:rPr lang="en-US" dirty="0" err="1"/>
              <a:t>name":"john</a:t>
            </a:r>
            <a:r>
              <a:rPr lang="en-US" dirty="0"/>
              <a:t>"}')select * from </a:t>
            </a:r>
            <a:r>
              <a:rPr lang="en-US" dirty="0" err="1"/>
              <a:t>jsnn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ENUM</a:t>
            </a:r>
          </a:p>
          <a:p>
            <a:pPr marL="0" indent="0">
              <a:buNone/>
            </a:pPr>
            <a:r>
              <a:rPr lang="en-US" dirty="0"/>
              <a:t>...................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TABLE users(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userid</a:t>
            </a:r>
            <a:r>
              <a:rPr lang="en-US" dirty="0"/>
              <a:t> int </a:t>
            </a:r>
            <a:r>
              <a:rPr lang="en-US" dirty="0" err="1"/>
              <a:t>auto_increment</a:t>
            </a:r>
            <a:r>
              <a:rPr lang="en-US" dirty="0"/>
              <a:t> primary key, </a:t>
            </a:r>
          </a:p>
          <a:p>
            <a:pPr marL="0" indent="0">
              <a:buNone/>
            </a:pPr>
            <a:r>
              <a:rPr lang="en-US" dirty="0"/>
              <a:t>  username varchar(255), </a:t>
            </a:r>
          </a:p>
          <a:p>
            <a:pPr marL="0" indent="0">
              <a:buNone/>
            </a:pPr>
            <a:r>
              <a:rPr lang="en-US" dirty="0"/>
              <a:t>  retired </a:t>
            </a:r>
            <a:r>
              <a:rPr lang="en-US" dirty="0" err="1"/>
              <a:t>boolean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entry datetime,</a:t>
            </a:r>
          </a:p>
          <a:p>
            <a:pPr marL="0" indent="0">
              <a:buNone/>
            </a:pPr>
            <a:r>
              <a:rPr lang="en-US" dirty="0"/>
              <a:t>  height decimal,</a:t>
            </a:r>
          </a:p>
          <a:p>
            <a:pPr marL="0" indent="0">
              <a:buNone/>
            </a:pPr>
            <a:r>
              <a:rPr lang="en-US" dirty="0"/>
              <a:t>  awards </a:t>
            </a:r>
            <a:r>
              <a:rPr lang="en-US" dirty="0" err="1"/>
              <a:t>json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priority ENUM('Low', 'Medium', 'High')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............................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insert into users(</a:t>
            </a:r>
            <a:r>
              <a:rPr lang="en-US" dirty="0" err="1"/>
              <a:t>username,retired,entry,height,awards,priority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values('user1',true,'2022-11-21 10:10:10',1.7,'{"2021":"Grammy"}','Low');</a:t>
            </a:r>
          </a:p>
        </p:txBody>
      </p:sp>
    </p:spTree>
    <p:extLst>
      <p:ext uri="{BB962C8B-B14F-4D97-AF65-F5344CB8AC3E}">
        <p14:creationId xmlns:p14="http://schemas.microsoft.com/office/powerpoint/2010/main" val="1804792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 Increment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TABLE emp (</a:t>
            </a:r>
          </a:p>
          <a:p>
            <a:pPr marL="0" indent="0">
              <a:buNone/>
            </a:pPr>
            <a:r>
              <a:rPr lang="en-US" dirty="0"/>
              <a:t>    ID int NOT NULL AUTO_INCREMENT,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empname</a:t>
            </a:r>
            <a:r>
              <a:rPr lang="en-US" dirty="0"/>
              <a:t> varchar(255) NOT NULL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-- start from 100</a:t>
            </a:r>
          </a:p>
          <a:p>
            <a:pPr marL="0" indent="0">
              <a:buNone/>
            </a:pPr>
            <a:r>
              <a:rPr lang="en-US" dirty="0"/>
              <a:t>ALTER TABLE Persons AUTO_INCREMENT=100;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333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Alter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ALTER TABLE users</a:t>
            </a:r>
          </a:p>
          <a:p>
            <a:pPr marL="0" indent="0">
              <a:buNone/>
            </a:pPr>
            <a:r>
              <a:rPr lang="en-US" dirty="0"/>
              <a:t>ADD country varchar(255);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users</a:t>
            </a:r>
          </a:p>
          <a:p>
            <a:pPr marL="0" indent="0">
              <a:buNone/>
            </a:pPr>
            <a:r>
              <a:rPr lang="en-US" dirty="0"/>
              <a:t>DROP COLUMN country;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users</a:t>
            </a:r>
          </a:p>
          <a:p>
            <a:pPr marL="0" indent="0">
              <a:buNone/>
            </a:pPr>
            <a:r>
              <a:rPr lang="en-US" dirty="0"/>
              <a:t>MODIFY COLUMN country int;</a:t>
            </a:r>
          </a:p>
        </p:txBody>
      </p:sp>
    </p:spTree>
    <p:extLst>
      <p:ext uri="{BB962C8B-B14F-4D97-AF65-F5344CB8AC3E}">
        <p14:creationId xmlns:p14="http://schemas.microsoft.com/office/powerpoint/2010/main" val="11969142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 Null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TABLE emp (</a:t>
            </a:r>
          </a:p>
          <a:p>
            <a:pPr marL="0" indent="0">
              <a:buNone/>
            </a:pPr>
            <a:r>
              <a:rPr lang="en-US" dirty="0"/>
              <a:t>    ID int NOT NULL,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empname</a:t>
            </a:r>
            <a:r>
              <a:rPr lang="en-US" dirty="0"/>
              <a:t> varchar(255) NOT NULL,</a:t>
            </a:r>
          </a:p>
          <a:p>
            <a:pPr marL="0" indent="0">
              <a:buNone/>
            </a:pPr>
            <a:r>
              <a:rPr lang="en-US" dirty="0"/>
              <a:t>    salary int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ALTER TABLE emp</a:t>
            </a:r>
          </a:p>
          <a:p>
            <a:pPr marL="0" indent="0">
              <a:buNone/>
            </a:pPr>
            <a:r>
              <a:rPr lang="en-US" dirty="0"/>
              <a:t>MODIFY salary int NOT NULL;</a:t>
            </a:r>
          </a:p>
        </p:txBody>
      </p:sp>
    </p:spTree>
    <p:extLst>
      <p:ext uri="{BB962C8B-B14F-4D97-AF65-F5344CB8AC3E}">
        <p14:creationId xmlns:p14="http://schemas.microsoft.com/office/powerpoint/2010/main" val="2033202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UNIQUE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CREATE TABLE emp (</a:t>
            </a:r>
          </a:p>
          <a:p>
            <a:pPr marL="0" indent="0">
              <a:buNone/>
            </a:pPr>
            <a:r>
              <a:rPr lang="en-US" dirty="0"/>
              <a:t>    ID int NOT NULL,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empname</a:t>
            </a:r>
            <a:r>
              <a:rPr lang="en-US" dirty="0"/>
              <a:t> varchar(255) NOT NULL,</a:t>
            </a:r>
          </a:p>
          <a:p>
            <a:pPr marL="0" indent="0">
              <a:buNone/>
            </a:pPr>
            <a:r>
              <a:rPr lang="en-US" dirty="0"/>
              <a:t>    salary int,</a:t>
            </a:r>
          </a:p>
          <a:p>
            <a:pPr marL="0" indent="0">
              <a:buNone/>
            </a:pPr>
            <a:r>
              <a:rPr lang="en-US" dirty="0"/>
              <a:t>    UNIQUE (ID)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TABLE emp (</a:t>
            </a:r>
          </a:p>
          <a:p>
            <a:pPr marL="0" indent="0">
              <a:buNone/>
            </a:pPr>
            <a:r>
              <a:rPr lang="en-US" dirty="0"/>
              <a:t>    ID int NOT NULL,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empname</a:t>
            </a:r>
            <a:r>
              <a:rPr lang="en-US" dirty="0"/>
              <a:t> varchar(255) NOT NULL,</a:t>
            </a:r>
          </a:p>
          <a:p>
            <a:pPr marL="0" indent="0">
              <a:buNone/>
            </a:pPr>
            <a:r>
              <a:rPr lang="en-US" dirty="0"/>
              <a:t>    salary int,</a:t>
            </a:r>
          </a:p>
          <a:p>
            <a:pPr marL="0" indent="0">
              <a:buNone/>
            </a:pPr>
            <a:r>
              <a:rPr lang="en-US" dirty="0"/>
              <a:t>    CONSTRAINT </a:t>
            </a:r>
            <a:r>
              <a:rPr lang="en-US" dirty="0" err="1"/>
              <a:t>UC_emp</a:t>
            </a:r>
            <a:r>
              <a:rPr lang="en-US" dirty="0"/>
              <a:t> UNIQUE (</a:t>
            </a:r>
            <a:r>
              <a:rPr lang="en-US" dirty="0" err="1"/>
              <a:t>ID,empname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emp</a:t>
            </a:r>
          </a:p>
          <a:p>
            <a:pPr marL="0" indent="0">
              <a:buNone/>
            </a:pPr>
            <a:r>
              <a:rPr lang="en-US" dirty="0"/>
              <a:t>ADD UNIQUE (ID);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emp</a:t>
            </a:r>
          </a:p>
          <a:p>
            <a:pPr marL="0" indent="0">
              <a:buNone/>
            </a:pPr>
            <a:r>
              <a:rPr lang="en-US" dirty="0"/>
              <a:t>DROP INDEX </a:t>
            </a:r>
            <a:r>
              <a:rPr lang="en-US" dirty="0" err="1"/>
              <a:t>UC_emp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773078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Primary Key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CREATE TABLE emp (</a:t>
            </a:r>
          </a:p>
          <a:p>
            <a:pPr marL="0" indent="0">
              <a:buNone/>
            </a:pPr>
            <a:r>
              <a:rPr lang="en-US" dirty="0"/>
              <a:t>    ID int NOT NULL,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empname</a:t>
            </a:r>
            <a:r>
              <a:rPr lang="en-US" dirty="0"/>
              <a:t> varchar(255) NOT NULL,</a:t>
            </a:r>
          </a:p>
          <a:p>
            <a:pPr marL="0" indent="0">
              <a:buNone/>
            </a:pPr>
            <a:r>
              <a:rPr lang="en-US" dirty="0"/>
              <a:t>    salary int,</a:t>
            </a:r>
          </a:p>
          <a:p>
            <a:pPr marL="0" indent="0">
              <a:buNone/>
            </a:pPr>
            <a:r>
              <a:rPr lang="en-US" dirty="0"/>
              <a:t>    PRIMARY KEY (ID)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TABLE emp (</a:t>
            </a:r>
          </a:p>
          <a:p>
            <a:pPr marL="0" indent="0">
              <a:buNone/>
            </a:pPr>
            <a:r>
              <a:rPr lang="en-US" dirty="0"/>
              <a:t>    ID int NOT NULL,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empname</a:t>
            </a:r>
            <a:r>
              <a:rPr lang="en-US" dirty="0"/>
              <a:t> varchar(255) NOT NULL,</a:t>
            </a:r>
          </a:p>
          <a:p>
            <a:pPr marL="0" indent="0">
              <a:buNone/>
            </a:pPr>
            <a:r>
              <a:rPr lang="en-US" dirty="0"/>
              <a:t>    salary int,</a:t>
            </a:r>
          </a:p>
          <a:p>
            <a:pPr marL="0" indent="0">
              <a:buNone/>
            </a:pPr>
            <a:r>
              <a:rPr lang="en-US" dirty="0"/>
              <a:t>    CONSTRAINT </a:t>
            </a:r>
            <a:r>
              <a:rPr lang="en-US" dirty="0" err="1"/>
              <a:t>PK_emp</a:t>
            </a:r>
            <a:r>
              <a:rPr lang="en-US" dirty="0"/>
              <a:t> PRIMARY KEY (</a:t>
            </a:r>
            <a:r>
              <a:rPr lang="en-US" dirty="0" err="1"/>
              <a:t>ID,empname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emp</a:t>
            </a:r>
          </a:p>
          <a:p>
            <a:pPr marL="0" indent="0">
              <a:buNone/>
            </a:pPr>
            <a:r>
              <a:rPr lang="en-US" dirty="0"/>
              <a:t>ADD PRIMARY KEY (ID);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emp</a:t>
            </a:r>
          </a:p>
          <a:p>
            <a:pPr marL="0" indent="0">
              <a:buNone/>
            </a:pPr>
            <a:r>
              <a:rPr lang="en-US" dirty="0"/>
              <a:t>ADD CONSTRAINT </a:t>
            </a:r>
            <a:r>
              <a:rPr lang="en-US" dirty="0" err="1"/>
              <a:t>PK_emp</a:t>
            </a:r>
            <a:r>
              <a:rPr lang="en-US" dirty="0"/>
              <a:t> PRIMARY KEY (</a:t>
            </a:r>
            <a:r>
              <a:rPr lang="en-US" dirty="0" err="1"/>
              <a:t>ID,empname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Persons</a:t>
            </a:r>
          </a:p>
          <a:p>
            <a:pPr marL="0" indent="0">
              <a:buNone/>
            </a:pPr>
            <a:r>
              <a:rPr lang="en-US" dirty="0"/>
              <a:t>DROP PRIMARY KEY;</a:t>
            </a:r>
          </a:p>
        </p:txBody>
      </p:sp>
    </p:spTree>
    <p:extLst>
      <p:ext uri="{BB962C8B-B14F-4D97-AF65-F5344CB8AC3E}">
        <p14:creationId xmlns:p14="http://schemas.microsoft.com/office/powerpoint/2010/main" val="21241528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Foreign Key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CREATE TABLE department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depid</a:t>
            </a:r>
            <a:r>
              <a:rPr lang="en-US" dirty="0"/>
              <a:t> int NOT NULL,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depname</a:t>
            </a:r>
            <a:r>
              <a:rPr lang="en-US" dirty="0"/>
              <a:t> int NOT NULL,</a:t>
            </a:r>
          </a:p>
          <a:p>
            <a:pPr marL="0" indent="0">
              <a:buNone/>
            </a:pPr>
            <a:r>
              <a:rPr lang="en-US" dirty="0"/>
              <a:t>    empid int,</a:t>
            </a:r>
          </a:p>
          <a:p>
            <a:pPr marL="0" indent="0">
              <a:buNone/>
            </a:pPr>
            <a:r>
              <a:rPr lang="en-US" dirty="0"/>
              <a:t>    PRIMARY KEY (</a:t>
            </a:r>
            <a:r>
              <a:rPr lang="en-US" dirty="0" err="1"/>
              <a:t>depid</a:t>
            </a:r>
            <a:r>
              <a:rPr lang="en-US" dirty="0"/>
              <a:t>),</a:t>
            </a:r>
          </a:p>
          <a:p>
            <a:pPr marL="0" indent="0">
              <a:buNone/>
            </a:pPr>
            <a:r>
              <a:rPr lang="en-US" dirty="0"/>
              <a:t>    FOREIGN KEY (empid) REFERENCES emp(empid)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TABLE department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depid</a:t>
            </a:r>
            <a:r>
              <a:rPr lang="en-US" dirty="0"/>
              <a:t> int NOT NULL,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depname</a:t>
            </a:r>
            <a:r>
              <a:rPr lang="en-US" dirty="0"/>
              <a:t> int NOT NULL,</a:t>
            </a:r>
          </a:p>
          <a:p>
            <a:pPr marL="0" indent="0">
              <a:buNone/>
            </a:pPr>
            <a:r>
              <a:rPr lang="en-US" dirty="0"/>
              <a:t>    empid int,</a:t>
            </a:r>
          </a:p>
          <a:p>
            <a:pPr marL="0" indent="0">
              <a:buNone/>
            </a:pPr>
            <a:r>
              <a:rPr lang="en-US" dirty="0"/>
              <a:t>    PRIMARY KEY (</a:t>
            </a:r>
            <a:r>
              <a:rPr lang="en-US" dirty="0" err="1"/>
              <a:t>depid</a:t>
            </a:r>
            <a:r>
              <a:rPr lang="en-US" dirty="0"/>
              <a:t>),</a:t>
            </a:r>
          </a:p>
          <a:p>
            <a:pPr marL="0" indent="0">
              <a:buNone/>
            </a:pPr>
            <a:r>
              <a:rPr lang="en-US" dirty="0"/>
              <a:t>    CONSTRAINT </a:t>
            </a:r>
            <a:r>
              <a:rPr lang="en-US" dirty="0" err="1"/>
              <a:t>FK_empdep</a:t>
            </a:r>
            <a:r>
              <a:rPr lang="en-US" dirty="0"/>
              <a:t> FOREIGN KEY (empid)</a:t>
            </a:r>
          </a:p>
          <a:p>
            <a:pPr marL="0" indent="0">
              <a:buNone/>
            </a:pPr>
            <a:r>
              <a:rPr lang="en-US" dirty="0"/>
              <a:t>    REFERENCES emp(empid)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department</a:t>
            </a:r>
          </a:p>
          <a:p>
            <a:pPr marL="0" indent="0">
              <a:buNone/>
            </a:pPr>
            <a:r>
              <a:rPr lang="en-US" dirty="0"/>
              <a:t>ADD FOREIGN KEY (empid) REFERENCES emp(empid);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Orders</a:t>
            </a:r>
          </a:p>
          <a:p>
            <a:pPr marL="0" indent="0">
              <a:buNone/>
            </a:pPr>
            <a:r>
              <a:rPr lang="en-US" dirty="0"/>
              <a:t>ADD CONSTRAINT </a:t>
            </a:r>
            <a:r>
              <a:rPr lang="en-US" dirty="0" err="1"/>
              <a:t>FK_empdep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FOREIGN KEY (empid) REFERENCES emp(empid);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department</a:t>
            </a:r>
          </a:p>
          <a:p>
            <a:pPr marL="0" indent="0">
              <a:buNone/>
            </a:pPr>
            <a:r>
              <a:rPr lang="en-US" dirty="0"/>
              <a:t>DROP FOREIGN KEY </a:t>
            </a:r>
            <a:r>
              <a:rPr lang="en-US" dirty="0" err="1"/>
              <a:t>FK_empdep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433358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Check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CREATE TABLE emp (</a:t>
            </a:r>
          </a:p>
          <a:p>
            <a:pPr marL="0" indent="0">
              <a:buNone/>
            </a:pPr>
            <a:r>
              <a:rPr lang="en-US" dirty="0"/>
              <a:t>    ID int NOT NULL,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empname</a:t>
            </a:r>
            <a:r>
              <a:rPr lang="en-US" dirty="0"/>
              <a:t> varchar(255) NOT NULL,</a:t>
            </a:r>
          </a:p>
          <a:p>
            <a:pPr marL="0" indent="0">
              <a:buNone/>
            </a:pPr>
            <a:r>
              <a:rPr lang="en-US" dirty="0"/>
              <a:t>    Age int,</a:t>
            </a:r>
          </a:p>
          <a:p>
            <a:pPr marL="0" indent="0">
              <a:buNone/>
            </a:pPr>
            <a:r>
              <a:rPr lang="en-US" dirty="0"/>
              <a:t>    CHECK (Age&gt;=25)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TABLE emp (</a:t>
            </a:r>
          </a:p>
          <a:p>
            <a:pPr marL="0" indent="0">
              <a:buNone/>
            </a:pPr>
            <a:r>
              <a:rPr lang="en-US" dirty="0"/>
              <a:t>    ID int NOT NULL,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empname</a:t>
            </a:r>
            <a:r>
              <a:rPr lang="en-US" dirty="0"/>
              <a:t> varchar(255) NOT NULL,</a:t>
            </a:r>
          </a:p>
          <a:p>
            <a:pPr marL="0" indent="0">
              <a:buNone/>
            </a:pPr>
            <a:r>
              <a:rPr lang="en-US" dirty="0"/>
              <a:t>    Age int,</a:t>
            </a:r>
          </a:p>
          <a:p>
            <a:pPr marL="0" indent="0">
              <a:buNone/>
            </a:pPr>
            <a:r>
              <a:rPr lang="en-US" dirty="0"/>
              <a:t>    country varchar(255),</a:t>
            </a:r>
          </a:p>
          <a:p>
            <a:pPr marL="0" indent="0">
              <a:buNone/>
            </a:pPr>
            <a:r>
              <a:rPr lang="en-US" dirty="0"/>
              <a:t>    CONSTRAINT </a:t>
            </a:r>
            <a:r>
              <a:rPr lang="en-US" dirty="0" err="1"/>
              <a:t>CHK_emp</a:t>
            </a:r>
            <a:r>
              <a:rPr lang="en-US" dirty="0"/>
              <a:t> CHECK (Age&gt;=25 AND country='India')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emp</a:t>
            </a:r>
          </a:p>
          <a:p>
            <a:pPr marL="0" indent="0">
              <a:buNone/>
            </a:pPr>
            <a:r>
              <a:rPr lang="en-US" dirty="0"/>
              <a:t>ADD CHECK (Age&gt;=25);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emp</a:t>
            </a:r>
          </a:p>
          <a:p>
            <a:pPr marL="0" indent="0">
              <a:buNone/>
            </a:pPr>
            <a:r>
              <a:rPr lang="en-US" dirty="0"/>
              <a:t>ADD CONSTRAINT </a:t>
            </a:r>
            <a:r>
              <a:rPr lang="en-US" dirty="0" err="1"/>
              <a:t>CHK_empagecountry</a:t>
            </a:r>
            <a:r>
              <a:rPr lang="en-US" dirty="0"/>
              <a:t> CHECK (Age&gt;=25 AND country='India');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emp</a:t>
            </a:r>
          </a:p>
          <a:p>
            <a:pPr marL="0" indent="0">
              <a:buNone/>
            </a:pPr>
            <a:r>
              <a:rPr lang="en-US" dirty="0"/>
              <a:t>DROP CHECK </a:t>
            </a:r>
            <a:r>
              <a:rPr lang="en-US" dirty="0" err="1"/>
              <a:t>CHK_empagecity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71356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Default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CREATE TABLE emp (</a:t>
            </a:r>
          </a:p>
          <a:p>
            <a:pPr marL="0" indent="0">
              <a:buNone/>
            </a:pPr>
            <a:r>
              <a:rPr lang="en-US" dirty="0"/>
              <a:t>    ID int NOT NULL,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empname</a:t>
            </a:r>
            <a:r>
              <a:rPr lang="en-US" dirty="0"/>
              <a:t> varchar(255) NOT NULL,</a:t>
            </a:r>
          </a:p>
          <a:p>
            <a:pPr marL="0" indent="0">
              <a:buNone/>
            </a:pPr>
            <a:r>
              <a:rPr lang="en-US" dirty="0"/>
              <a:t>    Age int,</a:t>
            </a:r>
          </a:p>
          <a:p>
            <a:pPr marL="0" indent="0">
              <a:buNone/>
            </a:pPr>
            <a:r>
              <a:rPr lang="en-US" dirty="0"/>
              <a:t>    department varchar(255) default 'IT'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TABLE emp (</a:t>
            </a:r>
          </a:p>
          <a:p>
            <a:pPr marL="0" indent="0">
              <a:buNone/>
            </a:pPr>
            <a:r>
              <a:rPr lang="en-US" dirty="0"/>
              <a:t>    ID int NOT NULL,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empname</a:t>
            </a:r>
            <a:r>
              <a:rPr lang="en-US" dirty="0"/>
              <a:t> varchar(255) NOT NULL,</a:t>
            </a:r>
          </a:p>
          <a:p>
            <a:pPr marL="0" indent="0">
              <a:buNone/>
            </a:pPr>
            <a:r>
              <a:rPr lang="en-US" dirty="0"/>
              <a:t>    Age int,</a:t>
            </a:r>
          </a:p>
          <a:p>
            <a:pPr marL="0" indent="0">
              <a:buNone/>
            </a:pPr>
            <a:r>
              <a:rPr lang="en-US" dirty="0"/>
              <a:t>    department varchar(255) default 'IT',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doj</a:t>
            </a:r>
            <a:r>
              <a:rPr lang="en-US" dirty="0"/>
              <a:t> date default </a:t>
            </a:r>
            <a:r>
              <a:rPr lang="en-US" dirty="0" err="1"/>
              <a:t>current_date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emp</a:t>
            </a:r>
          </a:p>
          <a:p>
            <a:pPr marL="0" indent="0">
              <a:buNone/>
            </a:pPr>
            <a:r>
              <a:rPr lang="en-US" dirty="0"/>
              <a:t>ALTER department SET DEFAULT 'IT';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emp</a:t>
            </a:r>
          </a:p>
          <a:p>
            <a:pPr marL="0" indent="0">
              <a:buNone/>
            </a:pPr>
            <a:r>
              <a:rPr lang="en-US" dirty="0"/>
              <a:t>ALTER department DROP DEFAULT;</a:t>
            </a:r>
          </a:p>
        </p:txBody>
      </p:sp>
    </p:spTree>
    <p:extLst>
      <p:ext uri="{BB962C8B-B14F-4D97-AF65-F5344CB8AC3E}">
        <p14:creationId xmlns:p14="http://schemas.microsoft.com/office/powerpoint/2010/main" val="2059379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CREATE INDEX </a:t>
            </a:r>
            <a:r>
              <a:rPr lang="en-US" dirty="0" err="1"/>
              <a:t>idx_empname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ON emp (</a:t>
            </a:r>
            <a:r>
              <a:rPr lang="en-US" dirty="0" err="1"/>
              <a:t>empname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INDEX </a:t>
            </a:r>
            <a:r>
              <a:rPr lang="en-US" dirty="0" err="1"/>
              <a:t>idx_empcountry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ON emp (</a:t>
            </a:r>
            <a:r>
              <a:rPr lang="en-US" dirty="0" err="1"/>
              <a:t>empname,country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emp</a:t>
            </a:r>
          </a:p>
          <a:p>
            <a:pPr marL="0" indent="0">
              <a:buNone/>
            </a:pPr>
            <a:r>
              <a:rPr lang="en-US" dirty="0"/>
              <a:t>DROP INDEX </a:t>
            </a:r>
            <a:r>
              <a:rPr lang="en-US" dirty="0" err="1"/>
              <a:t>idx_empname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show indexes from employees;</a:t>
            </a:r>
          </a:p>
        </p:txBody>
      </p:sp>
    </p:spTree>
    <p:extLst>
      <p:ext uri="{BB962C8B-B14F-4D97-AF65-F5344CB8AC3E}">
        <p14:creationId xmlns:p14="http://schemas.microsoft.com/office/powerpoint/2010/main" val="39424949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SET </a:t>
            </a:r>
            <a:r>
              <a:rPr lang="en-US" dirty="0" err="1"/>
              <a:t>autocommit</a:t>
            </a:r>
            <a:r>
              <a:rPr lang="en-US" dirty="0"/>
              <a:t> = 0; 1</a:t>
            </a:r>
          </a:p>
          <a:p>
            <a:pPr marL="0" indent="0">
              <a:buNone/>
            </a:pPr>
            <a:r>
              <a:rPr lang="en-US" dirty="0"/>
              <a:t>SET </a:t>
            </a:r>
            <a:r>
              <a:rPr lang="en-US" dirty="0" err="1"/>
              <a:t>autocommit</a:t>
            </a:r>
            <a:r>
              <a:rPr lang="en-US" dirty="0"/>
              <a:t> = OFF on</a:t>
            </a:r>
          </a:p>
          <a:p>
            <a:pPr marL="0" indent="0">
              <a:buNone/>
            </a:pPr>
            <a:r>
              <a:rPr lang="en-US" dirty="0"/>
              <a:t>delete query</a:t>
            </a:r>
          </a:p>
          <a:p>
            <a:pPr marL="0" indent="0">
              <a:buNone/>
            </a:pPr>
            <a:r>
              <a:rPr lang="en-US" dirty="0"/>
              <a:t>rollback;</a:t>
            </a:r>
          </a:p>
          <a:p>
            <a:pPr marL="0" indent="0">
              <a:buNone/>
            </a:pPr>
            <a:r>
              <a:rPr lang="en-US"/>
              <a:t>start </a:t>
            </a:r>
            <a:r>
              <a:rPr lang="en-US" dirty="0"/>
              <a:t>transaction;</a:t>
            </a:r>
          </a:p>
          <a:p>
            <a:pPr marL="0" indent="0">
              <a:buNone/>
            </a:pPr>
            <a:r>
              <a:rPr lang="en-US" dirty="0"/>
              <a:t>insert</a:t>
            </a:r>
          </a:p>
          <a:p>
            <a:pPr marL="0" indent="0">
              <a:buNone/>
            </a:pPr>
            <a:r>
              <a:rPr lang="en-US" dirty="0"/>
              <a:t>delete</a:t>
            </a:r>
          </a:p>
          <a:p>
            <a:pPr marL="0" indent="0">
              <a:buNone/>
            </a:pPr>
            <a:r>
              <a:rPr lang="en-US" dirty="0"/>
              <a:t>commit;</a:t>
            </a:r>
          </a:p>
        </p:txBody>
      </p:sp>
    </p:spTree>
    <p:extLst>
      <p:ext uri="{BB962C8B-B14F-4D97-AF65-F5344CB8AC3E}">
        <p14:creationId xmlns:p14="http://schemas.microsoft.com/office/powerpoint/2010/main" val="41211934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Transactions Example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START TRANSACTION; -- To disable </a:t>
            </a:r>
            <a:r>
              <a:rPr lang="en-US" dirty="0" err="1"/>
              <a:t>autocommit</a:t>
            </a:r>
            <a:r>
              <a:rPr lang="en-US" dirty="0"/>
              <a:t> mode implicitly for a single series of statements, use the START TRANSACTION statement:</a:t>
            </a:r>
          </a:p>
          <a:p>
            <a:pPr marL="0" indent="0">
              <a:buNone/>
            </a:pPr>
            <a:r>
              <a:rPr lang="en-US" dirty="0"/>
              <a:t>SELECT @A:=SUM(salary) FROM table1 WHERE type=1;</a:t>
            </a:r>
          </a:p>
          <a:p>
            <a:pPr marL="0" indent="0">
              <a:buNone/>
            </a:pPr>
            <a:r>
              <a:rPr lang="en-US" dirty="0"/>
              <a:t>UPDATE table2 SET summary=@A WHERE type=1;</a:t>
            </a:r>
          </a:p>
          <a:p>
            <a:pPr marL="0" indent="0">
              <a:buNone/>
            </a:pPr>
            <a:r>
              <a:rPr lang="en-US" dirty="0"/>
              <a:t>COMMIT;</a:t>
            </a:r>
          </a:p>
        </p:txBody>
      </p:sp>
    </p:spTree>
    <p:extLst>
      <p:ext uri="{BB962C8B-B14F-4D97-AF65-F5344CB8AC3E}">
        <p14:creationId xmlns:p14="http://schemas.microsoft.com/office/powerpoint/2010/main" val="10882988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use </a:t>
            </a:r>
            <a:r>
              <a:rPr lang="en-US" dirty="0" err="1"/>
              <a:t>classicmodels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DELIMITER &amp;&amp;  </a:t>
            </a:r>
          </a:p>
          <a:p>
            <a:pPr marL="0" indent="0">
              <a:buNone/>
            </a:pPr>
            <a:r>
              <a:rPr lang="en-US" dirty="0"/>
              <a:t>CREATE PROCEDURE </a:t>
            </a:r>
            <a:r>
              <a:rPr lang="en-US" dirty="0" err="1"/>
              <a:t>get_high_credit_cust</a:t>
            </a:r>
            <a:r>
              <a:rPr lang="en-US" dirty="0"/>
              <a:t> ()  </a:t>
            </a:r>
          </a:p>
          <a:p>
            <a:pPr marL="0" indent="0">
              <a:buNone/>
            </a:pPr>
            <a:r>
              <a:rPr lang="en-US" dirty="0"/>
              <a:t>BEGIN  </a:t>
            </a:r>
          </a:p>
          <a:p>
            <a:pPr marL="0" indent="0">
              <a:buNone/>
            </a:pPr>
            <a:r>
              <a:rPr lang="en-US" dirty="0"/>
              <a:t>    SELECT * FROM customers WHERE </a:t>
            </a:r>
            <a:r>
              <a:rPr lang="en-US" dirty="0" err="1"/>
              <a:t>creditlimit</a:t>
            </a:r>
            <a:r>
              <a:rPr lang="en-US" dirty="0"/>
              <a:t> &gt; 100000;  </a:t>
            </a:r>
          </a:p>
          <a:p>
            <a:pPr marL="0" indent="0">
              <a:buNone/>
            </a:pPr>
            <a:r>
              <a:rPr lang="en-US" dirty="0"/>
              <a:t>END &amp;&amp;  </a:t>
            </a:r>
          </a:p>
          <a:p>
            <a:pPr marL="0" indent="0">
              <a:buNone/>
            </a:pPr>
            <a:r>
              <a:rPr lang="en-US" dirty="0"/>
              <a:t>DELIMITER ;  </a:t>
            </a:r>
          </a:p>
          <a:p>
            <a:pPr marL="0" indent="0">
              <a:buNone/>
            </a:pPr>
            <a:r>
              <a:rPr lang="en-US" dirty="0"/>
              <a:t>show procedure status where </a:t>
            </a:r>
            <a:r>
              <a:rPr lang="en-US" dirty="0" err="1"/>
              <a:t>db</a:t>
            </a:r>
            <a:r>
              <a:rPr lang="en-US" dirty="0"/>
              <a:t>='</a:t>
            </a:r>
            <a:r>
              <a:rPr lang="en-US" dirty="0" err="1"/>
              <a:t>classicmodels</a:t>
            </a:r>
            <a:r>
              <a:rPr lang="en-US" dirty="0"/>
              <a:t>';</a:t>
            </a:r>
          </a:p>
          <a:p>
            <a:pPr marL="0" indent="0">
              <a:buNone/>
            </a:pPr>
            <a:r>
              <a:rPr lang="en-US" dirty="0"/>
              <a:t>call </a:t>
            </a:r>
            <a:r>
              <a:rPr lang="en-US" dirty="0" err="1"/>
              <a:t>get_high_credit_cust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725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 (In </a:t>
            </a:r>
            <a:r>
              <a:rPr lang="en-US" dirty="0" err="1"/>
              <a:t>Param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use </a:t>
            </a:r>
            <a:r>
              <a:rPr lang="en-US" dirty="0" err="1"/>
              <a:t>classicmodels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set SQL_SAFE_UPDATES=0</a:t>
            </a:r>
          </a:p>
          <a:p>
            <a:pPr marL="0" indent="0">
              <a:buNone/>
            </a:pPr>
            <a:r>
              <a:rPr lang="en-US" dirty="0"/>
              <a:t>DROP PROCEDURE </a:t>
            </a:r>
            <a:r>
              <a:rPr lang="en-US" dirty="0" err="1"/>
              <a:t>get_high_credit_cust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DELIMITER &amp;&amp;  </a:t>
            </a:r>
          </a:p>
          <a:p>
            <a:pPr marL="0" indent="0">
              <a:buNone/>
            </a:pPr>
            <a:r>
              <a:rPr lang="en-US" dirty="0"/>
              <a:t>CREATE PROCEDURE </a:t>
            </a:r>
            <a:r>
              <a:rPr lang="en-US" dirty="0" err="1"/>
              <a:t>get_high_credit_cust</a:t>
            </a:r>
            <a:r>
              <a:rPr lang="en-US" dirty="0"/>
              <a:t> (IN </a:t>
            </a:r>
            <a:r>
              <a:rPr lang="en-US" dirty="0" err="1"/>
              <a:t>scr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)  </a:t>
            </a:r>
          </a:p>
          <a:p>
            <a:pPr marL="0" indent="0">
              <a:buNone/>
            </a:pPr>
            <a:r>
              <a:rPr lang="en-US" dirty="0"/>
              <a:t>BEGIN  </a:t>
            </a:r>
          </a:p>
          <a:p>
            <a:pPr marL="0" indent="0">
              <a:buNone/>
            </a:pPr>
            <a:r>
              <a:rPr lang="en-US" dirty="0"/>
              <a:t>    SELECT * FROM customers WHERE </a:t>
            </a:r>
            <a:r>
              <a:rPr lang="en-US" dirty="0" err="1"/>
              <a:t>creditlimit</a:t>
            </a:r>
            <a:r>
              <a:rPr lang="en-US" dirty="0"/>
              <a:t> &gt; </a:t>
            </a:r>
            <a:r>
              <a:rPr lang="en-US" dirty="0" err="1"/>
              <a:t>scr</a:t>
            </a:r>
            <a:r>
              <a:rPr lang="en-US" dirty="0"/>
              <a:t>;  </a:t>
            </a:r>
          </a:p>
          <a:p>
            <a:pPr marL="0" indent="0">
              <a:buNone/>
            </a:pPr>
            <a:r>
              <a:rPr lang="en-US" dirty="0"/>
              <a:t>END &amp;&amp;  </a:t>
            </a:r>
          </a:p>
          <a:p>
            <a:pPr marL="0" indent="0">
              <a:buNone/>
            </a:pPr>
            <a:r>
              <a:rPr lang="en-US" dirty="0"/>
              <a:t>DELIMITER ;  </a:t>
            </a:r>
          </a:p>
          <a:p>
            <a:pPr marL="0" indent="0">
              <a:buNone/>
            </a:pPr>
            <a:r>
              <a:rPr lang="en-US" dirty="0"/>
              <a:t>call </a:t>
            </a:r>
            <a:r>
              <a:rPr lang="en-US" dirty="0" err="1"/>
              <a:t>get_high_credit_cust</a:t>
            </a:r>
            <a:r>
              <a:rPr lang="en-US" dirty="0"/>
              <a:t>(120000);</a:t>
            </a:r>
          </a:p>
        </p:txBody>
      </p:sp>
    </p:spTree>
    <p:extLst>
      <p:ext uri="{BB962C8B-B14F-4D97-AF65-F5344CB8AC3E}">
        <p14:creationId xmlns:p14="http://schemas.microsoft.com/office/powerpoint/2010/main" val="16724514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 (Out </a:t>
            </a:r>
            <a:r>
              <a:rPr lang="en-US" dirty="0" err="1"/>
              <a:t>Param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use </a:t>
            </a:r>
            <a:r>
              <a:rPr lang="en-US" dirty="0" err="1"/>
              <a:t>classicmodels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DROP PROCEDURE </a:t>
            </a:r>
            <a:r>
              <a:rPr lang="en-US" dirty="0" err="1"/>
              <a:t>get_tot_cust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DELIMITER &amp;&amp;  </a:t>
            </a:r>
          </a:p>
          <a:p>
            <a:pPr marL="0" indent="0">
              <a:buNone/>
            </a:pPr>
            <a:r>
              <a:rPr lang="en-US" dirty="0"/>
              <a:t>CREATE PROCEDURE </a:t>
            </a:r>
            <a:r>
              <a:rPr lang="en-US" dirty="0" err="1"/>
              <a:t>get_tot_cust</a:t>
            </a:r>
            <a:r>
              <a:rPr lang="en-US" dirty="0"/>
              <a:t> (OUT </a:t>
            </a:r>
            <a:r>
              <a:rPr lang="en-US" dirty="0" err="1"/>
              <a:t>totcust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)  </a:t>
            </a:r>
          </a:p>
          <a:p>
            <a:pPr marL="0" indent="0">
              <a:buNone/>
            </a:pPr>
            <a:r>
              <a:rPr lang="en-US" dirty="0"/>
              <a:t>BEGIN  </a:t>
            </a:r>
          </a:p>
          <a:p>
            <a:pPr marL="0" indent="0">
              <a:buNone/>
            </a:pPr>
            <a:r>
              <a:rPr lang="en-US" dirty="0"/>
              <a:t>    SELECT count(</a:t>
            </a:r>
            <a:r>
              <a:rPr lang="en-US" dirty="0" err="1"/>
              <a:t>customernumber</a:t>
            </a:r>
            <a:r>
              <a:rPr lang="en-US" dirty="0"/>
              <a:t>) into </a:t>
            </a:r>
            <a:r>
              <a:rPr lang="en-US" dirty="0" err="1"/>
              <a:t>totcust</a:t>
            </a:r>
            <a:r>
              <a:rPr lang="en-US" dirty="0"/>
              <a:t> FROM customers;  </a:t>
            </a:r>
          </a:p>
          <a:p>
            <a:pPr marL="0" indent="0">
              <a:buNone/>
            </a:pPr>
            <a:r>
              <a:rPr lang="en-US" dirty="0"/>
              <a:t>END &amp;&amp;  </a:t>
            </a:r>
          </a:p>
          <a:p>
            <a:pPr marL="0" indent="0">
              <a:buNone/>
            </a:pPr>
            <a:r>
              <a:rPr lang="en-US" dirty="0"/>
              <a:t>DELIMITER ;  </a:t>
            </a:r>
          </a:p>
          <a:p>
            <a:pPr marL="0" indent="0">
              <a:buNone/>
            </a:pPr>
            <a:r>
              <a:rPr lang="en-US" dirty="0"/>
              <a:t>call </a:t>
            </a:r>
            <a:r>
              <a:rPr lang="en-US" dirty="0" err="1"/>
              <a:t>get_tot_cust</a:t>
            </a:r>
            <a:r>
              <a:rPr lang="en-US" dirty="0"/>
              <a:t>(@</a:t>
            </a:r>
            <a:r>
              <a:rPr lang="en-US" dirty="0" err="1"/>
              <a:t>totcust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select @</a:t>
            </a:r>
            <a:r>
              <a:rPr lang="en-US" dirty="0" err="1"/>
              <a:t>totcust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347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 Status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SHOW PROCEDURE STATUS WHERE </a:t>
            </a:r>
            <a:r>
              <a:rPr lang="en-US" dirty="0" err="1"/>
              <a:t>db</a:t>
            </a:r>
            <a:r>
              <a:rPr lang="en-US" dirty="0"/>
              <a:t>='</a:t>
            </a:r>
            <a:r>
              <a:rPr lang="en-US" dirty="0" err="1"/>
              <a:t>classicmodels</a:t>
            </a:r>
            <a:r>
              <a:rPr lang="en-US" dirty="0"/>
              <a:t>';</a:t>
            </a:r>
          </a:p>
          <a:p>
            <a:pPr marL="0" indent="0">
              <a:buNone/>
            </a:pPr>
            <a:r>
              <a:rPr lang="en-US" dirty="0"/>
              <a:t>DROP PROCEDURE </a:t>
            </a:r>
            <a:r>
              <a:rPr lang="en-US" dirty="0" err="1"/>
              <a:t>get_tot_cust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18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 (Creating)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cust_audit</a:t>
            </a:r>
            <a:r>
              <a:rPr lang="en-US" dirty="0"/>
              <a:t> (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customerNumber</a:t>
            </a:r>
            <a:r>
              <a:rPr lang="en-US" dirty="0"/>
              <a:t> int,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contactLastName</a:t>
            </a:r>
            <a:r>
              <a:rPr lang="en-US" dirty="0"/>
              <a:t> varchar(255),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changedAt</a:t>
            </a:r>
            <a:r>
              <a:rPr lang="en-US" dirty="0"/>
              <a:t> datetime</a:t>
            </a:r>
            <a:br>
              <a:rPr lang="en-US" dirty="0"/>
            </a:b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-------------------------------------------</a:t>
            </a:r>
            <a:br>
              <a:rPr lang="en-US" dirty="0"/>
            </a:br>
            <a:r>
              <a:rPr lang="en-US" dirty="0"/>
              <a:t>CREATE TRIGGER </a:t>
            </a:r>
            <a:r>
              <a:rPr lang="en-US" dirty="0" err="1"/>
              <a:t>before_cust_update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  BEFORE UPDATE ON customers</a:t>
            </a:r>
            <a:br>
              <a:rPr lang="en-US" dirty="0"/>
            </a:br>
            <a:r>
              <a:rPr lang="en-US" dirty="0"/>
              <a:t>    FOR EACH ROW </a:t>
            </a:r>
            <a:br>
              <a:rPr lang="en-US" dirty="0"/>
            </a:br>
            <a:r>
              <a:rPr lang="en-US" dirty="0"/>
              <a:t> INSERT INTO  </a:t>
            </a:r>
            <a:r>
              <a:rPr lang="en-US" dirty="0" err="1"/>
              <a:t>cust_audit</a:t>
            </a:r>
            <a:br>
              <a:rPr lang="en-US" dirty="0"/>
            </a:br>
            <a:r>
              <a:rPr lang="en-US" dirty="0"/>
              <a:t> SET action = 'update’,</a:t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 err="1"/>
              <a:t>customerNumber</a:t>
            </a:r>
            <a:r>
              <a:rPr lang="en-US" dirty="0"/>
              <a:t> = </a:t>
            </a:r>
            <a:r>
              <a:rPr lang="en-US" dirty="0" err="1"/>
              <a:t>OLD.customerNumber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 err="1"/>
              <a:t>contactlastname</a:t>
            </a:r>
            <a:r>
              <a:rPr lang="en-US" dirty="0"/>
              <a:t> = </a:t>
            </a:r>
            <a:r>
              <a:rPr lang="en-US" dirty="0" err="1"/>
              <a:t>OLD.contactLastName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 err="1"/>
              <a:t>changedat</a:t>
            </a:r>
            <a:r>
              <a:rPr lang="en-US" dirty="0"/>
              <a:t> = NOW()</a:t>
            </a:r>
          </a:p>
          <a:p>
            <a:pPr marL="0" indent="0">
              <a:buNone/>
            </a:pPr>
            <a:r>
              <a:rPr lang="en-US" dirty="0"/>
              <a:t>Show triggers;</a:t>
            </a:r>
          </a:p>
          <a:p>
            <a:pPr marL="0" indent="0">
              <a:buNone/>
            </a:pPr>
            <a:r>
              <a:rPr lang="en-US" dirty="0"/>
              <a:t>Drop trigger </a:t>
            </a:r>
            <a:r>
              <a:rPr lang="en-US" dirty="0" err="1"/>
              <a:t>before_cust_update</a:t>
            </a:r>
            <a:r>
              <a:rPr lang="en-US" dirty="0"/>
              <a:t>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update customers set </a:t>
            </a:r>
            <a:r>
              <a:rPr lang="en-US" dirty="0" err="1"/>
              <a:t>contactLastName</a:t>
            </a:r>
            <a:r>
              <a:rPr lang="en-US" dirty="0"/>
              <a:t>='John' where </a:t>
            </a:r>
            <a:r>
              <a:rPr lang="en-US" dirty="0" err="1"/>
              <a:t>customerName</a:t>
            </a:r>
            <a:r>
              <a:rPr lang="en-US" dirty="0"/>
              <a:t> like '%Kelly%’;</a:t>
            </a:r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cust_audit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9875669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 (automatically calls)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</a:t>
            </a:r>
            <a:r>
              <a:rPr lang="en-US" dirty="0" err="1"/>
              <a:t>cust_audit</a:t>
            </a:r>
            <a:r>
              <a:rPr lang="en-US" dirty="0"/>
              <a:t> table first</a:t>
            </a:r>
          </a:p>
          <a:p>
            <a:pPr marL="0" indent="0">
              <a:buNone/>
            </a:pPr>
            <a:r>
              <a:rPr lang="en-US" dirty="0"/>
              <a:t>set SQL_SAFE_UPDATES=0</a:t>
            </a:r>
          </a:p>
          <a:p>
            <a:pPr marL="0" indent="0">
              <a:buNone/>
            </a:pPr>
            <a:r>
              <a:rPr lang="en-US" dirty="0"/>
              <a:t>Drop trigger name;</a:t>
            </a:r>
          </a:p>
          <a:p>
            <a:pPr marL="0" indent="0">
              <a:buNone/>
            </a:pPr>
            <a:r>
              <a:rPr lang="en-US" dirty="0"/>
              <a:t>update customers set </a:t>
            </a:r>
            <a:r>
              <a:rPr lang="en-US" dirty="0" err="1"/>
              <a:t>contactlastname</a:t>
            </a:r>
            <a:r>
              <a:rPr lang="en-US" dirty="0"/>
              <a:t>='</a:t>
            </a:r>
            <a:r>
              <a:rPr lang="en-US" dirty="0" err="1"/>
              <a:t>Kngg</a:t>
            </a:r>
            <a:r>
              <a:rPr lang="en-US" dirty="0"/>
              <a:t>' where </a:t>
            </a:r>
            <a:r>
              <a:rPr lang="en-US" dirty="0" err="1"/>
              <a:t>customernumber</a:t>
            </a:r>
            <a:r>
              <a:rPr lang="en-US" dirty="0"/>
              <a:t>=175;</a:t>
            </a:r>
          </a:p>
        </p:txBody>
      </p:sp>
    </p:spTree>
    <p:extLst>
      <p:ext uri="{BB962C8B-B14F-4D97-AF65-F5344CB8AC3E}">
        <p14:creationId xmlns:p14="http://schemas.microsoft.com/office/powerpoint/2010/main" val="32135750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0D0-1E46-BEC0-0416-B944DD29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DE2-DC67-7FDC-8B6A-63BEE813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view </a:t>
            </a:r>
            <a:r>
              <a:rPr lang="en-US" dirty="0" err="1"/>
              <a:t>vcust</a:t>
            </a:r>
            <a:r>
              <a:rPr lang="en-US" dirty="0"/>
              <a:t> as select * from customers where </a:t>
            </a:r>
            <a:r>
              <a:rPr lang="en-US" dirty="0" err="1"/>
              <a:t>customernumber</a:t>
            </a:r>
            <a:r>
              <a:rPr lang="en-US" dirty="0"/>
              <a:t>=103</a:t>
            </a:r>
          </a:p>
          <a:p>
            <a:pPr marL="0" indent="0">
              <a:buNone/>
            </a:pPr>
            <a:r>
              <a:rPr lang="en-US" dirty="0"/>
              <a:t>select * from </a:t>
            </a:r>
            <a:r>
              <a:rPr lang="en-US" dirty="0" err="1"/>
              <a:t>vcust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SHOW FULL TABLES 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table_type</a:t>
            </a:r>
            <a:r>
              <a:rPr lang="en-US" dirty="0"/>
              <a:t> = 'VIEW’;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drop view </a:t>
            </a:r>
            <a:r>
              <a:rPr lang="en-US" dirty="0" err="1"/>
              <a:t>vcust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8412439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 algn="ctr"/>
            <a:r>
              <a:rPr lang="en-US" sz="4800" i="1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- Praveen Nair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{2AA7A5D3-9977-4321-BCCE-F18F87DEB955}tf56160789_win32</Template>
  <TotalTime>3182</TotalTime>
  <Words>3308</Words>
  <Application>Microsoft Office PowerPoint</Application>
  <PresentationFormat>Widescreen</PresentationFormat>
  <Paragraphs>636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ＭＳ Ｐゴシック</vt:lpstr>
      <vt:lpstr>Bookman Old Style</vt:lpstr>
      <vt:lpstr>Calibri</vt:lpstr>
      <vt:lpstr>Franklin Gothic Book</vt:lpstr>
      <vt:lpstr>1_RetrospectVTI</vt:lpstr>
      <vt:lpstr>MySQL Tutorial for Beginners </vt:lpstr>
      <vt:lpstr>Introduction to MySQL 8.1</vt:lpstr>
      <vt:lpstr>Install MySQL</vt:lpstr>
      <vt:lpstr>Querying and Sorting Data</vt:lpstr>
      <vt:lpstr>Filtering Data</vt:lpstr>
      <vt:lpstr>Creating Database and Tables</vt:lpstr>
      <vt:lpstr>SQL (Structured Query Language)</vt:lpstr>
      <vt:lpstr>Comments</vt:lpstr>
      <vt:lpstr>Grouping Data</vt:lpstr>
      <vt:lpstr>Case Statement</vt:lpstr>
      <vt:lpstr>MySQL Functions</vt:lpstr>
      <vt:lpstr>Null Functions</vt:lpstr>
      <vt:lpstr>String Functions</vt:lpstr>
      <vt:lpstr>Math Functions</vt:lpstr>
      <vt:lpstr>Date Functions</vt:lpstr>
      <vt:lpstr>Subqueries</vt:lpstr>
      <vt:lpstr>MySQL Union</vt:lpstr>
      <vt:lpstr>Inner Join</vt:lpstr>
      <vt:lpstr>Left Join</vt:lpstr>
      <vt:lpstr>Right Join</vt:lpstr>
      <vt:lpstr>Self Join</vt:lpstr>
      <vt:lpstr>Cross Join(all rows from both)</vt:lpstr>
      <vt:lpstr>Modifying Data</vt:lpstr>
      <vt:lpstr>Managing Database</vt:lpstr>
      <vt:lpstr>Managing Table</vt:lpstr>
      <vt:lpstr>Data Types</vt:lpstr>
      <vt:lpstr>Auto Increment</vt:lpstr>
      <vt:lpstr>Alter Table</vt:lpstr>
      <vt:lpstr>Not Null Constraint</vt:lpstr>
      <vt:lpstr>UNIQUE Constraint</vt:lpstr>
      <vt:lpstr>Primary Key constraint</vt:lpstr>
      <vt:lpstr>Foreign Key constraint</vt:lpstr>
      <vt:lpstr>Check constraint</vt:lpstr>
      <vt:lpstr>Default constraint</vt:lpstr>
      <vt:lpstr>Create Index</vt:lpstr>
      <vt:lpstr>Transactions</vt:lpstr>
      <vt:lpstr>Transactions Example  </vt:lpstr>
      <vt:lpstr>Stored Procedure</vt:lpstr>
      <vt:lpstr>Stored Procedure (In Param)</vt:lpstr>
      <vt:lpstr>Stored Procedure (Out Param)</vt:lpstr>
      <vt:lpstr>Stored Procedure Status</vt:lpstr>
      <vt:lpstr>Triggers (Creating)</vt:lpstr>
      <vt:lpstr>Triggers (automatically calls)</vt:lpstr>
      <vt:lpstr>Creating View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Python</dc:title>
  <dc:creator>Nair P</dc:creator>
  <cp:lastModifiedBy>Praveen N</cp:lastModifiedBy>
  <cp:revision>57</cp:revision>
  <dcterms:created xsi:type="dcterms:W3CDTF">2022-08-17T13:14:19Z</dcterms:created>
  <dcterms:modified xsi:type="dcterms:W3CDTF">2025-06-10T14:28:42Z</dcterms:modified>
</cp:coreProperties>
</file>